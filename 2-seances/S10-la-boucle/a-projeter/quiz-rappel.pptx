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Affichée pendant que les élèves s'installent. On rappelle la règle : tout le monde lève sa carte EN MÊME TEMPS, au signal. Personne ne parle. C'est ce qui permet de voir d'un coup d'œil qui a compris, sans interroger personne.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lit la question à voix haute, on laisse 20 secondes, puis « cartes en l'air !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phrase d'explication, pas plus. On ne commente jamais qui s'est trompé.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lit la question à voix haute, on laisse 20 secondes, puis « cartes en l'air !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phrase d'explication, pas plus. On ne commente jamais qui s'est trompé.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lit la question à voix haute, on laisse 20 secondes, puis « cartes en l'air !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phrase d'explication, pas plus. On ne commente jamais qui s'est trompé.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lit la question à voix haute, on laisse 20 secondes, puis « cartes en l'air !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phrase d'explication, pas plus. On ne commente jamais qui s'est trompé.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lit la question à voix haute, on laisse 20 secondes, puis « cartes en l'air !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phrase d'explication, pas plus. On ne commente jamais qui s'est trompé.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lit la question à voix haute, on laisse 20 secondes, puis « cartes en l'air !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phrase d'explication, pas plus. On ne commente jamais qui s'est trompé.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Réclamez vraiment le chiffre noté à la fin de la séance 9, et écrivez-le au tableau. La leçon du jour s'écrit dessous. L'argument vient d'eux.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778240" y="1463040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765792" y="1463040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753344" y="1463040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778240" y="2450592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765792" y="2450592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753344" y="2450592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778240" y="3438144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765792" y="3438144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753344" y="3438144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14173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B0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10  ·  AND ET OR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19659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FLASH</a:t>
            </a:r>
            <a:endParaRPr lang="en-US" sz="60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2004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questions, 7 minutes.  Les deux mots de samedi dernier, avant la grande nouveauté du jour.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11480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60120" y="4096512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1417320" y="41148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lève ta carte ROUGE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459028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60120" y="457200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1417320" y="459028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lève ta carte BLEUE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5065776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960120" y="504748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1417320" y="506577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lève ta carte ORANGE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5541264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60120" y="5522976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1417320" y="554126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lève ta carte VERTE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/ 6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378440" y="347472"/>
            <a:ext cx="1143000" cy="566928"/>
          </a:xfrm>
          <a:prstGeom prst="roundRect">
            <a:avLst>
              <a:gd name="adj" fmla="val 12903"/>
            </a:avLst>
          </a:prstGeom>
          <a:solidFill>
            <a:srgbClr val="2020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378440" y="347472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0080" y="1051560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2020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128016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print(True and False)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16712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qui s'affiche ?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40080" y="2852928"/>
            <a:ext cx="10881360" cy="660654"/>
          </a:xfrm>
          <a:prstGeom prst="roundRect">
            <a:avLst>
              <a:gd name="adj" fmla="val 11073"/>
            </a:avLst>
          </a:prstGeom>
          <a:solidFill>
            <a:srgbClr val="1B1B3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2852928"/>
            <a:ext cx="457200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2852928"/>
            <a:ext cx="9692640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40080" y="3678174"/>
            <a:ext cx="10881360" cy="660654"/>
          </a:xfrm>
          <a:prstGeom prst="roundRect">
            <a:avLst>
              <a:gd name="adj" fmla="val 11073"/>
            </a:avLst>
          </a:prstGeom>
          <a:solidFill>
            <a:srgbClr val="1B1B3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3678174"/>
            <a:ext cx="457200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3678174"/>
            <a:ext cx="9692640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40080" y="4503420"/>
            <a:ext cx="10881360" cy="660654"/>
          </a:xfrm>
          <a:prstGeom prst="roundRect">
            <a:avLst>
              <a:gd name="adj" fmla="val 11073"/>
            </a:avLst>
          </a:prstGeom>
          <a:solidFill>
            <a:srgbClr val="1B1B3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400" y="4503420"/>
            <a:ext cx="457200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1554480" y="4503420"/>
            <a:ext cx="9692640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40080" y="5328666"/>
            <a:ext cx="10881360" cy="660654"/>
          </a:xfrm>
          <a:prstGeom prst="roundRect">
            <a:avLst>
              <a:gd name="adj" fmla="val 11073"/>
            </a:avLst>
          </a:prstGeom>
          <a:solidFill>
            <a:srgbClr val="1B1B3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14400" y="5328666"/>
            <a:ext cx="457200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1554480" y="5328666"/>
            <a:ext cx="9692640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erreur rouge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26880" y="618134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réponse 1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1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960120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EFEF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1115568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4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print(True and False)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161848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qui s'affiche ?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2167128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1005840" y="229514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 BLEUE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271576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2500" dirty="0"/>
          </a:p>
        </p:txBody>
      </p:sp>
      <p:sp>
        <p:nvSpPr>
          <p:cNvPr id="19" name="Shape 17"/>
          <p:cNvSpPr/>
          <p:nvPr/>
        </p:nvSpPr>
        <p:spPr>
          <a:xfrm>
            <a:off x="9098280" y="2322576"/>
            <a:ext cx="2057400" cy="420624"/>
          </a:xfrm>
          <a:prstGeom prst="roundRect">
            <a:avLst>
              <a:gd name="adj" fmla="val 17391"/>
            </a:avLst>
          </a:prstGeom>
          <a:solidFill>
            <a:srgbClr val="2FB76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098280" y="2322576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BONNE RÉPONSE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557016"/>
            <a:ext cx="10881360" cy="2496312"/>
          </a:xfrm>
          <a:prstGeom prst="roundRect">
            <a:avLst>
              <a:gd name="adj" fmla="val 2930"/>
            </a:avLst>
          </a:prstGeom>
          <a:solidFill>
            <a:srgbClr val="FFFAF0"/>
          </a:solidFill>
          <a:ln w="19050">
            <a:solidFill>
              <a:srgbClr val="A65D00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1005840" y="373989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4123944"/>
            <a:ext cx="10149840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and, il faut que TOUT soit vrai. Un seul faux, et c'est faux.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 / 6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378440" y="347472"/>
            <a:ext cx="1143000" cy="566928"/>
          </a:xfrm>
          <a:prstGeom prst="roundRect">
            <a:avLst>
              <a:gd name="adj" fmla="val 12903"/>
            </a:avLst>
          </a:prstGeom>
          <a:solidFill>
            <a:srgbClr val="2020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378440" y="347472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0080" y="1051560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2020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128016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print(False or True)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16712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qui s'affiche ?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40080" y="2852928"/>
            <a:ext cx="10881360" cy="660654"/>
          </a:xfrm>
          <a:prstGeom prst="roundRect">
            <a:avLst>
              <a:gd name="adj" fmla="val 11073"/>
            </a:avLst>
          </a:prstGeom>
          <a:solidFill>
            <a:srgbClr val="1B1B3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2852928"/>
            <a:ext cx="457200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2852928"/>
            <a:ext cx="9692640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40080" y="3678174"/>
            <a:ext cx="10881360" cy="660654"/>
          </a:xfrm>
          <a:prstGeom prst="roundRect">
            <a:avLst>
              <a:gd name="adj" fmla="val 11073"/>
            </a:avLst>
          </a:prstGeom>
          <a:solidFill>
            <a:srgbClr val="1B1B3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3678174"/>
            <a:ext cx="457200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3678174"/>
            <a:ext cx="9692640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40080" y="4503420"/>
            <a:ext cx="10881360" cy="660654"/>
          </a:xfrm>
          <a:prstGeom prst="roundRect">
            <a:avLst>
              <a:gd name="adj" fmla="val 11073"/>
            </a:avLst>
          </a:prstGeom>
          <a:solidFill>
            <a:srgbClr val="1B1B3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400" y="4503420"/>
            <a:ext cx="457200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1554480" y="4503420"/>
            <a:ext cx="9692640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40080" y="5328666"/>
            <a:ext cx="10881360" cy="660654"/>
          </a:xfrm>
          <a:prstGeom prst="roundRect">
            <a:avLst>
              <a:gd name="adj" fmla="val 11073"/>
            </a:avLst>
          </a:prstGeom>
          <a:solidFill>
            <a:srgbClr val="1B1B3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14400" y="5328666"/>
            <a:ext cx="457200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1554480" y="5328666"/>
            <a:ext cx="9692640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erreur rouge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26880" y="618134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réponse 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960120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EFEF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1115568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4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print(False or True)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161848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qui s'affiche ?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2167128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FB74D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1005840" y="229514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 ORANGE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271576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2500" dirty="0"/>
          </a:p>
        </p:txBody>
      </p:sp>
      <p:sp>
        <p:nvSpPr>
          <p:cNvPr id="19" name="Shape 17"/>
          <p:cNvSpPr/>
          <p:nvPr/>
        </p:nvSpPr>
        <p:spPr>
          <a:xfrm>
            <a:off x="9098280" y="2322576"/>
            <a:ext cx="2057400" cy="420624"/>
          </a:xfrm>
          <a:prstGeom prst="roundRect">
            <a:avLst>
              <a:gd name="adj" fmla="val 17391"/>
            </a:avLst>
          </a:prstGeom>
          <a:solidFill>
            <a:srgbClr val="2FB76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098280" y="2322576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BONNE RÉPONSE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557016"/>
            <a:ext cx="10881360" cy="2496312"/>
          </a:xfrm>
          <a:prstGeom prst="roundRect">
            <a:avLst>
              <a:gd name="adj" fmla="val 2930"/>
            </a:avLst>
          </a:prstGeom>
          <a:solidFill>
            <a:srgbClr val="FFFAF0"/>
          </a:solidFill>
          <a:ln w="19050">
            <a:solidFill>
              <a:srgbClr val="A65D00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1005840" y="373989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4123944"/>
            <a:ext cx="10149840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or, il suffit d'UN. La deuxième est vraie : ça suffit.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 / 6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378440" y="347472"/>
            <a:ext cx="1143000" cy="566928"/>
          </a:xfrm>
          <a:prstGeom prst="roundRect">
            <a:avLst>
              <a:gd name="adj" fmla="val 12903"/>
            </a:avLst>
          </a:prstGeom>
          <a:solidFill>
            <a:srgbClr val="2020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378440" y="347472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0080" y="1051560"/>
            <a:ext cx="10881360" cy="1225296"/>
          </a:xfrm>
          <a:prstGeom prst="roundRect">
            <a:avLst>
              <a:gd name="adj" fmla="val 5970"/>
            </a:avLst>
          </a:prstGeom>
          <a:solidFill>
            <a:srgbClr val="2020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1280160"/>
            <a:ext cx="10241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14</a:t>
            </a:r>
            <a:endParaRPr lang="en-US" sz="2200" dirty="0"/>
          </a:p>
          <a:p>
            <a:pPr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print(age &gt;= 12 and age &lt;= 18)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551176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qui s'affiche ?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40080" y="3236976"/>
            <a:ext cx="10881360" cy="564642"/>
          </a:xfrm>
          <a:prstGeom prst="roundRect">
            <a:avLst>
              <a:gd name="adj" fmla="val 12955"/>
            </a:avLst>
          </a:prstGeom>
          <a:solidFill>
            <a:srgbClr val="1B1B3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3236976"/>
            <a:ext cx="457200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3236976"/>
            <a:ext cx="9692640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40080" y="3966210"/>
            <a:ext cx="10881360" cy="564642"/>
          </a:xfrm>
          <a:prstGeom prst="roundRect">
            <a:avLst>
              <a:gd name="adj" fmla="val 12955"/>
            </a:avLst>
          </a:prstGeom>
          <a:solidFill>
            <a:srgbClr val="1B1B3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3966210"/>
            <a:ext cx="457200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3966210"/>
            <a:ext cx="9692640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40080" y="4695444"/>
            <a:ext cx="10881360" cy="564642"/>
          </a:xfrm>
          <a:prstGeom prst="roundRect">
            <a:avLst>
              <a:gd name="adj" fmla="val 12955"/>
            </a:avLst>
          </a:prstGeom>
          <a:solidFill>
            <a:srgbClr val="1B1B3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400" y="4695444"/>
            <a:ext cx="457200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1554480" y="4695444"/>
            <a:ext cx="9692640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40080" y="5424678"/>
            <a:ext cx="10881360" cy="564642"/>
          </a:xfrm>
          <a:prstGeom prst="roundRect">
            <a:avLst>
              <a:gd name="adj" fmla="val 12955"/>
            </a:avLst>
          </a:prstGeom>
          <a:solidFill>
            <a:srgbClr val="1B1B3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14400" y="5424678"/>
            <a:ext cx="457200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1554480" y="5424678"/>
            <a:ext cx="9692640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erreur rouge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26880" y="618134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réponse 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96012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FEF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1115568"/>
            <a:ext cx="102412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4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14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4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print(age &gt;= 12 and age &lt;= 18)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184708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qui s'affiche ?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2395728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F6B6B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1005840" y="252374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 ROUGE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294436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2500" dirty="0"/>
          </a:p>
        </p:txBody>
      </p:sp>
      <p:sp>
        <p:nvSpPr>
          <p:cNvPr id="19" name="Shape 17"/>
          <p:cNvSpPr/>
          <p:nvPr/>
        </p:nvSpPr>
        <p:spPr>
          <a:xfrm>
            <a:off x="9098280" y="2551176"/>
            <a:ext cx="2057400" cy="420624"/>
          </a:xfrm>
          <a:prstGeom prst="roundRect">
            <a:avLst>
              <a:gd name="adj" fmla="val 17391"/>
            </a:avLst>
          </a:prstGeom>
          <a:solidFill>
            <a:srgbClr val="2FB76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098280" y="2551176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BONNE RÉPONSE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785616"/>
            <a:ext cx="10881360" cy="2267712"/>
          </a:xfrm>
          <a:prstGeom prst="roundRect">
            <a:avLst>
              <a:gd name="adj" fmla="val 3226"/>
            </a:avLst>
          </a:prstGeom>
          <a:solidFill>
            <a:srgbClr val="FFFAF0"/>
          </a:solidFill>
          <a:ln w="19050">
            <a:solidFill>
              <a:srgbClr val="A65D00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1005840" y="396849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4352544"/>
            <a:ext cx="1014984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est plus grand que 12, ET plus petit que 18. Les deux sont vraies : True. C'est comme ça qu'on dit « entre ».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 / 6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378440" y="347472"/>
            <a:ext cx="1143000" cy="566928"/>
          </a:xfrm>
          <a:prstGeom prst="roundRect">
            <a:avLst>
              <a:gd name="adj" fmla="val 12903"/>
            </a:avLst>
          </a:prstGeom>
          <a:solidFill>
            <a:srgbClr val="2020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378440" y="347472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10515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dire « la case est entre 1 et 9 », j'écris :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640080" y="1965960"/>
            <a:ext cx="10881360" cy="882396"/>
          </a:xfrm>
          <a:prstGeom prst="roundRect">
            <a:avLst>
              <a:gd name="adj" fmla="val 8290"/>
            </a:avLst>
          </a:prstGeom>
          <a:solidFill>
            <a:srgbClr val="1B1B3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1965960"/>
            <a:ext cx="45720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1965960"/>
            <a:ext cx="969264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&gt;= 1 or case &lt;= 9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40080" y="3012948"/>
            <a:ext cx="10881360" cy="882396"/>
          </a:xfrm>
          <a:prstGeom prst="roundRect">
            <a:avLst>
              <a:gd name="adj" fmla="val 8290"/>
            </a:avLst>
          </a:prstGeom>
          <a:solidFill>
            <a:srgbClr val="1B1B3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14400" y="3012948"/>
            <a:ext cx="45720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554480" y="3012948"/>
            <a:ext cx="969264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&gt;= 1 and case &lt;= 9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40080" y="4059936"/>
            <a:ext cx="10881360" cy="882396"/>
          </a:xfrm>
          <a:prstGeom prst="roundRect">
            <a:avLst>
              <a:gd name="adj" fmla="val 8290"/>
            </a:avLst>
          </a:prstGeom>
          <a:solidFill>
            <a:srgbClr val="1B1B3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4400" y="4059936"/>
            <a:ext cx="45720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554480" y="4059936"/>
            <a:ext cx="969264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&gt; 1 and case &lt; 9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40080" y="5106924"/>
            <a:ext cx="10881360" cy="882396"/>
          </a:xfrm>
          <a:prstGeom prst="roundRect">
            <a:avLst>
              <a:gd name="adj" fmla="val 8290"/>
            </a:avLst>
          </a:prstGeom>
          <a:solidFill>
            <a:srgbClr val="1B1B3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4400" y="5106924"/>
            <a:ext cx="45720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1554480" y="5106924"/>
            <a:ext cx="969264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&gt;= 1, case &lt;= 9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26880" y="618134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réponse 4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4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960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dire « la case est entre 1 et 9 », j'écris :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150876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1005840" y="163677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 BLEUE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205740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&gt;= 1 and case &lt;= 9</a:t>
            </a:r>
            <a:endParaRPr lang="en-US" sz="2500" dirty="0"/>
          </a:p>
        </p:txBody>
      </p:sp>
      <p:sp>
        <p:nvSpPr>
          <p:cNvPr id="17" name="Shape 15"/>
          <p:cNvSpPr/>
          <p:nvPr/>
        </p:nvSpPr>
        <p:spPr>
          <a:xfrm>
            <a:off x="9098280" y="1664208"/>
            <a:ext cx="2057400" cy="420624"/>
          </a:xfrm>
          <a:prstGeom prst="roundRect">
            <a:avLst>
              <a:gd name="adj" fmla="val 17391"/>
            </a:avLst>
          </a:prstGeom>
          <a:solidFill>
            <a:srgbClr val="2FB76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098280" y="1664208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BONNE RÉPONSE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2898648"/>
            <a:ext cx="10881360" cy="3154680"/>
          </a:xfrm>
          <a:prstGeom prst="roundRect">
            <a:avLst>
              <a:gd name="adj" fmla="val 2319"/>
            </a:avLst>
          </a:prstGeom>
          <a:solidFill>
            <a:srgbClr val="FFFAF0"/>
          </a:solidFill>
          <a:ln w="19050">
            <a:solidFill>
              <a:srgbClr val="A65D00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1005840" y="308152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3465576"/>
            <a:ext cx="101498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doivent être vraies : donc and. Et avec &gt;= et &lt;=, pour garder la case 1 et la case 9.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 / 6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378440" y="347472"/>
            <a:ext cx="1143000" cy="566928"/>
          </a:xfrm>
          <a:prstGeom prst="roundRect">
            <a:avLst>
              <a:gd name="adj" fmla="val 12903"/>
            </a:avLst>
          </a:prstGeom>
          <a:solidFill>
            <a:srgbClr val="2020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378440" y="347472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10515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qui a disparu de votre code, samedi dernier ?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640080" y="1965960"/>
            <a:ext cx="10881360" cy="882396"/>
          </a:xfrm>
          <a:prstGeom prst="roundRect">
            <a:avLst>
              <a:gd name="adj" fmla="val 8290"/>
            </a:avLst>
          </a:prstGeom>
          <a:solidFill>
            <a:srgbClr val="1B1B3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1965960"/>
            <a:ext cx="45720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1965960"/>
            <a:ext cx="969264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if dans le if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40080" y="3012948"/>
            <a:ext cx="10881360" cy="882396"/>
          </a:xfrm>
          <a:prstGeom prst="roundRect">
            <a:avLst>
              <a:gd name="adj" fmla="val 8290"/>
            </a:avLst>
          </a:prstGeom>
          <a:solidFill>
            <a:srgbClr val="1B1B3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14400" y="3012948"/>
            <a:ext cx="45720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554480" y="3012948"/>
            <a:ext cx="969264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else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40080" y="4059936"/>
            <a:ext cx="10881360" cy="882396"/>
          </a:xfrm>
          <a:prstGeom prst="roundRect">
            <a:avLst>
              <a:gd name="adj" fmla="val 8290"/>
            </a:avLst>
          </a:prstGeom>
          <a:solidFill>
            <a:srgbClr val="1B1B3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4400" y="4059936"/>
            <a:ext cx="45720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554480" y="4059936"/>
            <a:ext cx="969264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liste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40080" y="5106924"/>
            <a:ext cx="10881360" cy="882396"/>
          </a:xfrm>
          <a:prstGeom prst="roundRect">
            <a:avLst>
              <a:gd name="adj" fmla="val 8290"/>
            </a:avLst>
          </a:prstGeom>
          <a:solidFill>
            <a:srgbClr val="1B1B3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4400" y="5106924"/>
            <a:ext cx="45720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1554480" y="5106924"/>
            <a:ext cx="969264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compteur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26880" y="618134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réponse 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5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960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qui a disparu de votre code, samedi dernier 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150876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F6B6B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1005840" y="163677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 ROUGE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205740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if dans le if</a:t>
            </a:r>
            <a:endParaRPr lang="en-US" sz="2500" dirty="0"/>
          </a:p>
        </p:txBody>
      </p:sp>
      <p:sp>
        <p:nvSpPr>
          <p:cNvPr id="17" name="Shape 15"/>
          <p:cNvSpPr/>
          <p:nvPr/>
        </p:nvSpPr>
        <p:spPr>
          <a:xfrm>
            <a:off x="9098280" y="1664208"/>
            <a:ext cx="2057400" cy="420624"/>
          </a:xfrm>
          <a:prstGeom prst="roundRect">
            <a:avLst>
              <a:gd name="adj" fmla="val 17391"/>
            </a:avLst>
          </a:prstGeom>
          <a:solidFill>
            <a:srgbClr val="2FB76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098280" y="1664208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BONNE RÉPONSE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2898648"/>
            <a:ext cx="10881360" cy="3154680"/>
          </a:xfrm>
          <a:prstGeom prst="roundRect">
            <a:avLst>
              <a:gd name="adj" fmla="val 2319"/>
            </a:avLst>
          </a:prstGeom>
          <a:solidFill>
            <a:srgbClr val="FFFAF0"/>
          </a:solidFill>
          <a:ln w="19050">
            <a:solidFill>
              <a:srgbClr val="A65D00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1005840" y="308152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3465576"/>
            <a:ext cx="101498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 lignes sur deux niveaux sont devenues quatre lignes sur un seul. Le code a rétréci, et il fait plus de choses.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 / 6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378440" y="347472"/>
            <a:ext cx="1143000" cy="566928"/>
          </a:xfrm>
          <a:prstGeom prst="roundRect">
            <a:avLst>
              <a:gd name="adj" fmla="val 12903"/>
            </a:avLst>
          </a:prstGeom>
          <a:solidFill>
            <a:srgbClr val="2020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378440" y="347472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10515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Maintenant, je tape 0. Que fait le jeu ?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640080" y="1965960"/>
            <a:ext cx="10881360" cy="882396"/>
          </a:xfrm>
          <a:prstGeom prst="roundRect">
            <a:avLst>
              <a:gd name="adj" fmla="val 8290"/>
            </a:avLst>
          </a:prstGeom>
          <a:solidFill>
            <a:srgbClr val="1B1B3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1965960"/>
            <a:ext cx="45720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1965960"/>
            <a:ext cx="969264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pose dans la case 9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40080" y="3012948"/>
            <a:ext cx="10881360" cy="882396"/>
          </a:xfrm>
          <a:prstGeom prst="roundRect">
            <a:avLst>
              <a:gd name="adj" fmla="val 8290"/>
            </a:avLst>
          </a:prstGeom>
          <a:solidFill>
            <a:srgbClr val="1B1B3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14400" y="3012948"/>
            <a:ext cx="45720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554480" y="3012948"/>
            <a:ext cx="969264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plante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40080" y="4059936"/>
            <a:ext cx="10881360" cy="882396"/>
          </a:xfrm>
          <a:prstGeom prst="roundRect">
            <a:avLst>
              <a:gd name="adj" fmla="val 8290"/>
            </a:avLst>
          </a:prstGeom>
          <a:solidFill>
            <a:srgbClr val="1B1B3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4400" y="4059936"/>
            <a:ext cx="45720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554480" y="4059936"/>
            <a:ext cx="969264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accepte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40080" y="5106924"/>
            <a:ext cx="10881360" cy="882396"/>
          </a:xfrm>
          <a:prstGeom prst="roundRect">
            <a:avLst>
              <a:gd name="adj" fmla="val 8290"/>
            </a:avLst>
          </a:prstGeom>
          <a:solidFill>
            <a:srgbClr val="1B1B3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4400" y="5106924"/>
            <a:ext cx="45720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1554480" y="5106924"/>
            <a:ext cx="969264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refuse, et pour la bonne raison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26880" y="618134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réponse 6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6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960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Maintenant, je tape 0. Que fait le jeu 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150876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2FB765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1005840" y="163677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 VERTE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205740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refuse, et pour la bonne raison</a:t>
            </a:r>
            <a:endParaRPr lang="en-US" sz="2500" dirty="0"/>
          </a:p>
        </p:txBody>
      </p:sp>
      <p:sp>
        <p:nvSpPr>
          <p:cNvPr id="17" name="Shape 15"/>
          <p:cNvSpPr/>
          <p:nvPr/>
        </p:nvSpPr>
        <p:spPr>
          <a:xfrm>
            <a:off x="9098280" y="1664208"/>
            <a:ext cx="2057400" cy="420624"/>
          </a:xfrm>
          <a:prstGeom prst="roundRect">
            <a:avLst>
              <a:gd name="adj" fmla="val 17391"/>
            </a:avLst>
          </a:prstGeom>
          <a:solidFill>
            <a:srgbClr val="2FB76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098280" y="1664208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BONNE RÉPONSE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2898648"/>
            <a:ext cx="10881360" cy="3154680"/>
          </a:xfrm>
          <a:prstGeom prst="roundRect">
            <a:avLst>
              <a:gd name="adj" fmla="val 2319"/>
            </a:avLst>
          </a:prstGeom>
          <a:solidFill>
            <a:srgbClr val="FFFAF0"/>
          </a:solidFill>
          <a:ln w="19050">
            <a:solidFill>
              <a:srgbClr val="A65D00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1005840" y="308152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3465576"/>
            <a:ext cx="101498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le morceau case &gt;= 1 qui s'en charge. Avant samedi, il refusait aussi — mais par accident, en disant une bêtise.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26880" y="618134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22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052560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817913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583266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052560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817913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583266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052560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817913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583266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1463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MAINTENANT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182880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Combien de lignes</a:t>
            </a:r>
            <a:endParaRPr lang="en-US" sz="36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recopiez-vous, à chaque tour ?</a:t>
            </a:r>
            <a:endParaRPr lang="en-US" sz="36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74904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0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Écrivez le chiffre sur votre cahier. Aujourd'hui, il tombe à zéro.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Quiz flash — séance 10</dc:title>
  <dc:subject>PptxGenJS Presentation</dc:subject>
  <dc:creator>Jerusalem Geeks &amp; Jeremiah Geeks</dc:creator>
  <cp:lastModifiedBy>Jerusalem Geeks &amp; Jeremiah Geeks</cp:lastModifiedBy>
  <cp:revision>1</cp:revision>
  <dcterms:created xsi:type="dcterms:W3CDTF">2026-10-17T12:22:31Z</dcterms:created>
  <dcterms:modified xsi:type="dcterms:W3CDTF">2026-10-17T12:22:31Z</dcterms:modified>
</cp:coreProperties>
</file>