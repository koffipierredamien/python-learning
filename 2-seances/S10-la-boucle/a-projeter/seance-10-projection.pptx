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 affichée pendant que les élèves entrent.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Trois phrases, on ne détaille rien ici.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 lis une question, « 3, 2, 1 — cartes en l'air », je compte à vue, j'explique en une phrase. Aucun résultat individuel n'est commenté.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Une question à la fois. On laisse 15 secondes, puis cartes en l'air.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ne s'attarde pas : 7 minutes au total pour le quiz.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Ouvrez leur fichier de la séance 9 et faites défiler lentement. Laissez-les soupirer : c'est le moteur de la séance.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AVANT DE LANCER : « combien de lignes vont s'afficher ? » Puis suivez la valeur de tour au tableau, à la craie. C'est ce tableau qui fait comprendre, pas le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 sautez pas ce moment. Un élève en boucle infinie sans ce réflexe éteint son ordinateur et perd son travail.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AVANT DE LANCER : « X, O, X, O — ou X, X, X, X ? » Les deux lignes (symbole et joueur) vont ensemble, dans le même 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 circule, je ne m'assois pas, je ne touche aucun clavier.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Pendant la pause : vérifier que GEEKS/mon_xo/jeu.py est ouvert sur chaque poste.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 à laisser affichée pendant tout l'atelier.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laisse la diapo affichée pendant la sortie.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503920" y="1417320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466783" y="1417320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429646" y="1417320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503920" y="2380183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466783" y="2380183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0429646" y="2380183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503920" y="3343046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466783" y="3343046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0429646" y="3343046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13716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B0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JERUSALEM GEEKS  ·  JEREMIAH GEEKS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19202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JEU </a:t>
            </a:r>
            <a:pPr indent="0" marL="0">
              <a:buNone/>
            </a:pPr>
            <a:r>
              <a:rPr lang="en-US" sz="64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pPr indent="0" marL="0">
              <a:buNone/>
            </a:pPr>
            <a:r>
              <a:rPr lang="en-US" sz="6400" b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64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Séance 10  —  « Le jeu tourne tout seul »</a:t>
            </a:r>
            <a:endParaRPr lang="en-US" sz="27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40233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samedi 14 novembre 2026   ·   12 h - 14 h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475488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1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Aujourd'hui, on arrête de recopier. Pour toujours.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15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PROGRAMME D'AUJOURD'HUI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mot qui dit : recommence.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640080" y="2286000"/>
            <a:ext cx="2514600" cy="26517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2514600"/>
            <a:ext cx="566928" cy="566928"/>
          </a:xfrm>
          <a:prstGeom prst="ellipse">
            <a:avLst/>
          </a:prstGeom>
          <a:solidFill>
            <a:srgbClr val="6B2D8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32461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37490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TANT QUE la réponse est vraie, on refait le bloc.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429000" y="2286000"/>
            <a:ext cx="2514600" cy="26517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657600" y="2514600"/>
            <a:ext cx="566928" cy="566928"/>
          </a:xfrm>
          <a:prstGeom prst="ellipse">
            <a:avLst/>
          </a:prstGeom>
          <a:solidFill>
            <a:srgbClr val="B01B2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65760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3657600" y="32461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01B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 + C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3657600" y="37490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geste qui arrête un programme devenu fou.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217920" y="2286000"/>
            <a:ext cx="2514600" cy="26517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46520" y="2514600"/>
            <a:ext cx="566928" cy="56692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4652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6446520" y="32461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L'alternance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446520" y="37490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X, puis O, puis X… les joueurs se passent la main.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006840" y="2286000"/>
            <a:ext cx="2514600" cy="2651760"/>
          </a:xfrm>
          <a:prstGeom prst="roundRect">
            <a:avLst>
              <a:gd name="adj" fmla="val 2909"/>
            </a:avLst>
          </a:prstGeom>
          <a:solidFill>
            <a:srgbClr val="EAF7E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235440" y="2514600"/>
            <a:ext cx="566928" cy="56692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23544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2" name="Text 30"/>
          <p:cNvSpPr txBox="1"/>
          <p:nvPr/>
        </p:nvSpPr>
        <p:spPr>
          <a:xfrm>
            <a:off x="9235440" y="32461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PROJET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9235440" y="37490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Neuf tours, une partie entière — et un fichier PLUS COURT.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fichier d'aujourd'hui sera plus court que celui de samedi dernier.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15 - 12 h 22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052560" y="1005840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793224" y="1005840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533888" y="1005840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052560" y="1746504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793224" y="1746504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533888" y="1746504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052560" y="2487168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793224" y="2487168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533888" y="2487168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164592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</a:t>
            </a:r>
            <a:endParaRPr lang="en-US" sz="56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265176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FLASH</a:t>
            </a:r>
            <a:endParaRPr lang="en-US" sz="50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365760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questions, 7 minutes. Les cartes de couleur, comme d'habitude.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16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SIX QUESTIONS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lire une par une.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640080" y="1965960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" y="2075688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4672" y="2075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53312" y="21214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print(True and False)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2679192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04672" y="2788920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04672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353312" y="2834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print(False or True)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40080" y="3392424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04672" y="3502152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04672" y="3502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353312" y="35478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 = 14  →  print(age &gt;= 12 and age &lt;= 18)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40080" y="4105656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04672" y="4215384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04672" y="4215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353312" y="4261104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ou or pour « entre 1 et 9 » ?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40080" y="4818888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04672" y="4928616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04672" y="4928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353312" y="4974336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Qu'est-ce qui a disparu du code samedi dernier ?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640080" y="5532120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04672" y="5641848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04672" y="5641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353312" y="568756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fait le jeu si je tape 0, maintenant ?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réponses sur la diapo suivante — ne la montrez qu'après.</a:t>
            </a: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20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RÉPONSES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phrase d'explication, pas plus.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640080" y="1965960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" y="2075688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4672" y="2075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53312" y="21214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2679192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04672" y="2788920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04672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353312" y="2834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40080" y="3392424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04672" y="3502152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04672" y="3502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353312" y="35478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40080" y="4105656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04672" y="4215384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04672" y="4215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353312" y="4261104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40080" y="4818888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04672" y="4928616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04672" y="4928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353312" y="4974336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if dans le if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640080" y="5532120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04672" y="5641848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04672" y="5641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353312" y="568756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refuse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22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8869680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635033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400386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8869680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635033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400386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869680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635033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400386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1371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PROBLÈME DU JOUR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2011680"/>
            <a:ext cx="9509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tours.</a:t>
            </a:r>
            <a:endParaRPr lang="en-US" sz="32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en faire neuf, il faudrait</a:t>
            </a:r>
            <a:endParaRPr lang="en-US" sz="32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recopier ce bloc sept fois.</a:t>
            </a:r>
            <a:endParaRPr lang="en-US" sz="32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4480560"/>
            <a:ext cx="9509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9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 envie ?   …   Il y a un mot pour dire « recommence ».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24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NOTION DU JOUR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TANT QUE…</a:t>
            </a:r>
            <a:endParaRPr lang="en-US" sz="3200" dirty="0"/>
          </a:p>
        </p:txBody>
      </p:sp>
      <p:sp>
        <p:nvSpPr>
          <p:cNvPr id="14" name="Shape 12"/>
          <p:cNvSpPr/>
          <p:nvPr/>
        </p:nvSpPr>
        <p:spPr>
          <a:xfrm>
            <a:off x="640080" y="2103120"/>
            <a:ext cx="10881360" cy="2286000"/>
          </a:xfrm>
          <a:prstGeom prst="roundRect">
            <a:avLst>
              <a:gd name="adj" fmla="val 3200"/>
            </a:avLst>
          </a:prstGeom>
          <a:solidFill>
            <a:srgbClr val="1212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2331720"/>
            <a:ext cx="10241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 = 0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tour &lt; 3: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print("Tour numero " + str(tour))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tour = tour + 1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print("Fini ! tour vaut " + str(tour))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40080" y="475488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FF6D8"/>
          </a:solidFill>
          <a:ln w="19050">
            <a:solidFill>
              <a:srgbClr val="D79A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49834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while pose sa question AVANT chaque tour, et la repose à chaque fois.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32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L'ERREUR VOLONTAIRE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J'efface  tour = tour + 1.</a:t>
            </a:r>
            <a:endParaRPr lang="en-US" sz="3200" dirty="0"/>
          </a:p>
        </p:txBody>
      </p:sp>
      <p:sp>
        <p:nvSpPr>
          <p:cNvPr id="14" name="Shape 12"/>
          <p:cNvSpPr/>
          <p:nvPr/>
        </p:nvSpPr>
        <p:spPr>
          <a:xfrm>
            <a:off x="640080" y="2377440"/>
            <a:ext cx="10881360" cy="1828800"/>
          </a:xfrm>
          <a:prstGeom prst="roundRect">
            <a:avLst>
              <a:gd name="adj" fmla="val 4000"/>
            </a:avLst>
          </a:prstGeom>
          <a:solidFill>
            <a:srgbClr val="1212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260604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 numero 0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 numero 0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 numero 0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 numero 0   ... sans fin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3949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024128" y="53949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Faites-le faire à TOUTE LA CLASSE, maintenant, sur leur poste.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961888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5961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ligne qui fait avancer le compteur est celle qui fait que la boucle se termine.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640080" y="448056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20204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60120" y="470916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 + C  dans la zone du bas  =  arrêter un programme fou.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05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DEUXIÈME IDÉE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joueurs alternent.</a:t>
            </a:r>
            <a:endParaRPr lang="en-US" sz="3200" dirty="0"/>
          </a:p>
        </p:txBody>
      </p:sp>
      <p:sp>
        <p:nvSpPr>
          <p:cNvPr id="14" name="Shape 12"/>
          <p:cNvSpPr/>
          <p:nvPr/>
        </p:nvSpPr>
        <p:spPr>
          <a:xfrm>
            <a:off x="640080" y="2103120"/>
            <a:ext cx="10881360" cy="2286000"/>
          </a:xfrm>
          <a:prstGeom prst="roundRect">
            <a:avLst>
              <a:gd name="adj" fmla="val 3200"/>
            </a:avLst>
          </a:prstGeom>
          <a:solidFill>
            <a:srgbClr val="1212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2331720"/>
            <a:ext cx="10241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symbole == "X":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symbole = "O"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joueur = joueur2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else: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symbole = "X"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joueur = joueur1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40080" y="475488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FF6D8"/>
          </a:solidFill>
          <a:ln w="19050">
            <a:solidFill>
              <a:srgbClr val="D79A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49834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regarde ce qu'il y a dans la boîte, et on y remet autre chose.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40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VOUS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compte à rebours.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640080" y="2286000"/>
            <a:ext cx="475488" cy="47548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235915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boucle qui affiche 5, 4, 3, 2, 1 puis PARTEZ !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40080" y="3035808"/>
            <a:ext cx="475488" cy="47548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30358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310896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Indice : on part de 5 et on ENLÈVE 1 à chaque tour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37856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38587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Puis : demander un nombre au joueur, et compter de 1 jusqu'à ce nombre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Nouveau fichier : rebours.py  ·  carte bleue : la table de 7, de 1 à 10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55 - 13 h 05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182880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☕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971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</a:t>
            </a:r>
            <a:endParaRPr lang="en-US" sz="48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8862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minutes. Levez-vous, sortez, bougez.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20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VOUS — LE PROJET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Neuf tours, tout seuls.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640080" y="2011680"/>
            <a:ext cx="10881360" cy="2468880"/>
          </a:xfrm>
          <a:prstGeom prst="roundRect">
            <a:avLst>
              <a:gd name="adj" fmla="val 2963"/>
            </a:avLst>
          </a:prstGeom>
          <a:solidFill>
            <a:srgbClr val="1212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2240280"/>
            <a:ext cx="10241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 = 0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symbole = "X"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joueur = joueur1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tour &lt; 9: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 afficher, demander, poser, compter, passer la main ...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print("Le plateau est plein !")      &lt;- collé à gauche : hors de la boucle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7091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les trois boîtes de départ   ② while tour &lt; 9:   ③ poser LE SYMBOLE (pas "X")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511149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tour = tour + 1 (sinon ça ne s'arrête jamais)   ⑤ l'échange   ⑥ l'affichage final, dehors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Dedans ou dehors ? Le décalage décide de tout, aujourd'hui.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20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L'ÉCRAN DEVIENT ROUGE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erreurs du jour.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1783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rouge est une information. Lis-le, il te dit où chercher.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40080" y="2240280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14400" y="236829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ça ne s'arrête plus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251960" y="23774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 = tour + 1 oublié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36829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Ctrl + C, puis ajoute la ligne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2898648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14400" y="302666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IndentationError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251960" y="303580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bloc est mal décalé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275320" y="302666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Tout ce qui se répète est décalé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3557016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914400" y="368503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une seule question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251960" y="369417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bloc n'est pas DANS la boucle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275320" y="368503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Regarde où s'arrête le décalage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4215384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14400" y="43434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toujours des X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4251960" y="435254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l'alternance est oubliée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8275320" y="43434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Qui joue le 2e tour, dans ton code ?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4873752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914400" y="500176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 tour avance sur un refus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4251960" y="501091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 = tour + 1 mal placé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8275320" y="500176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Il va dans le if du coup valide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h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052560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17913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583266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052560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817913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583266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052560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817913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583266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15544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 SAMEDI PROCHAIN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2194560"/>
            <a:ext cx="9509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jeu joue une partie…</a:t>
            </a:r>
            <a:endParaRPr lang="en-US" sz="36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il ne sait pas qui gagne.</a:t>
            </a:r>
            <a:endParaRPr lang="en-US" sz="36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4114800"/>
            <a:ext cx="9509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9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Ouvrez le fichier de samedi dernier, et celui d'aujourd'hui.</a:t>
            </a:r>
            <a:endParaRPr lang="en-US" sz="19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9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Celui d'aujourd'hui est plus court — et il joue neuf tours au lieu de deux.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53035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 À samedi, les Geeks !</a:t>
            </a:r>
            <a:endParaRPr lang="en-US" sz="2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Seance 10 - Le jeu tourne tout seul</dc:title>
  <dc:subject>PptxGenJS Presentation</dc:subject>
  <dc:creator>Jerusalem Geeks &amp; Jeremiah Geeks</dc:creator>
  <cp:lastModifiedBy>Jerusalem Geeks &amp; Jeremiah Geeks</cp:lastModifiedBy>
  <cp:revision>1</cp:revision>
  <dcterms:created xsi:type="dcterms:W3CDTF">2026-10-16T21:16:19Z</dcterms:created>
  <dcterms:modified xsi:type="dcterms:W3CDTF">2026-10-16T21:16:19Z</dcterms:modified>
</cp:coreProperties>
</file>