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phrases, on ne détaille rien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une question, « 3, 2, 1 — cartes en l'air », je compte à vue, j'explique en une phrase. Aucun résultat individuel n'est commenté.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question à la fois. On laisse 15 secondes, puis cartes en l'air.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ne s'attarde pas : 7 minutes au total pour 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Ouvrez leur fichier de la séance 9 et faites défiler lentement. Laissez-les soupirer : c'est le moteur de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LANCER : « combien de lignes vont s'afficher ? » Puis suivez la valeur de tour au tableau, à la craie. C'est ce tableau qui fait comprendre, pas le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sautez pas ce moment. Un élève en boucle infinie sans ce réflexe éteint son ordinateur et perd son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LANCER : « X, O, X, O — ou X, X, X, X ? » Les deux lignes (symbole et joueur) vont ensemble, dans le même 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circule, je ne m'assois pas, je ne touche aucun clavier.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vérifier que GEEKS/mon_xo/jeu.py est ouvert sur chaque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l'atelier.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laisse la diapo affichée pendant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 —  « Le jeu tourne tout seul »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14 novembre 2026   ·   12 h - 14 h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54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on arrête de recopier. Pour toujours.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D'AUJOURD'HUI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qui dit : recommence.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la réponse est vraie, on refait le bloc.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514600"/>
            <a:ext cx="566928" cy="566928"/>
          </a:xfrm>
          <a:prstGeom prst="ellipse">
            <a:avLst/>
          </a:prstGeom>
          <a:solidFill>
            <a:srgbClr val="B01B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geste qui arrête un programme devenu fou.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514600"/>
            <a:ext cx="566928" cy="56692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L'alternance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puis O, puis X… les joueurs se passent la main.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tours, une partie entière — et un fichier PLUS COURT.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d'aujourd'hui sera plus court que celui de samedi dernier.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15 - 12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5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517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5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Les cartes de couleur, comme d'habitude.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SIX QUESTIONS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lire une par une.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and False)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print(False or True)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14  →  print(age &gt;= 12 and age &lt;= 18)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ou or pour « entre 1 et 9 » ?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 disparu du code samedi dernier 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le jeu si je tape 0, maintenant ?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sur la diapo suivante — ne la montrez qu'après.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 d'explication, pas plus.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if dans le if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refuse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DU JOUR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01168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tours.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en faire neuf, il faudrait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recopier ce bloc sept fois.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envie ?   …   Il y a un mot pour dire « recommence ».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NOTION DU JOUR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QUE…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3: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print("Tour numero " + str(tour))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tour = tour + 1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print("Fini ! tour vaut " + str(tour))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while pose sa question AVANT chaque tour, et la repose à chaque fois.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VOLONTAIRE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J'efface  tour = tour + 1.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6060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numero 0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numero 0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numero 0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numero 0   ... sans fin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Faites-le faire à TOUTE LA CLASSE, maintenant, sur leur poste.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618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961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qui fait avancer le compteur est celle qui fait que la boucle se termine.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020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4709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  dans la zone du bas  =  arrêter un programme fou.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DEUXIÈME IDÉE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joueurs alternent.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symbole == "X":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symbole = "O"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joueur = joueur2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symbole = "X"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joueur = joueur1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regarde ce qu'il y a dans la boîte, et on y remet autre chose.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à rebours.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3591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boucle qui affiche 5, 4, 3, 2, 1 puis PARTEZ !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035808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: on part de 5 et on ENLÈVE 1 à chaque tour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858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: demander un nombre au joueur, et compter de 1 jusqu'à ce nombre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fichier : rebours.py  ·  carte bleue : la table de 7, de 1 à 10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55 - 13 h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— LE PROJET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tours, tout seuls.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2402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symbole = "X"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joueur = joueur1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9: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afficher, demander, poser, compter, passer la main ...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print("Le plateau est plein !")      &lt;- collé à gauche : hors de la boucle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les trois boîtes de départ   ② while tour &lt; 9:   ③ poser LE SYMBOLE (pas "X")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1149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tour = tour + 1 (sinon ça ne s'arrête jamais)   ⑤ l'échange   ⑥ l'affichage final, dehors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Dedans ou dehors ? Le décalage décide de tout, aujourd'hui.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L'ÉCRAN DEVIENT ROUGE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du jour.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Lis-le, il te dit où chercher.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2402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2368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ça ne s'arrête plus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= tour + 1 oublié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68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Ctrl + C, puis ajoute la ligne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3026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est mal décalé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26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Tout ce qui se répète est décalé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55701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seule question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n'est pas DANS la boucle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685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Regarde où s'arrête le décalage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1538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toujours des X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l'alternance est oubliée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Qui joue le 2e tour, dans ton code 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87375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tour avance sur un refus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51960" y="5010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= tour + 1 mal placé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001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Il va dans le if du coup valide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SAMEDI PROCHAIN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9456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joue une partie…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il ne sait pas qui gagne.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le fichier de samedi dernier, et celui d'aujourd'hui.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d'aujourd'hui est plus court — et il joue neuf tours au lieu de deux.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À samedi, les Geeks !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10 - Le jeu tourne tout seul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2026-10-17T12:22:30Z</dcterms:created>
  <dcterms:modified xsi:type="dcterms:W3CDTF">2026-10-17T12:22:30Z</dcterms:modified>
</cp:coreProperties>
</file>