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Tout le monde répond EN MÊME TEMPS, au signal « 3, 2, 1 ». Personne ne recopie son voisin, et on voit d'un seul regard quelle notion n'est pas passée.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lis, « 3, 2, 1 — cartes en l'air », je compte à vue. JE NE COMMENTE AUCUN RÉSULTAT INDIVIDUEL du test : le score est pour moi seul.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dis cette phrase d'explication à voix haute. C'est ce qui transforme le jeu en enseignement. Puis je passe à la question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lis, « 3, 2, 1 — cartes en l'air », je compte à vue. JE NE COMMENTE AUCUN RÉSULTAT INDIVIDUEL du test : le score est pour moi seul.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dis cette phrase d'explication à voix haute. C'est ce qui transforme le jeu en enseignement. Puis je passe à la question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lis, « 3, 2, 1 — cartes en l'air », je compte à vue. JE NE COMMENTE AUCUN RÉSULTAT INDIVIDUEL du test : le score est pour moi seul.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dis cette phrase d'explication à voix haute. C'est ce qui transforme le jeu en enseignement. Puis je passe à la question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lis, « 3, 2, 1 — cartes en l'air », je compte à vue. JE NE COMMENTE AUCUN RÉSULTAT INDIVIDUEL du test : le score est pour moi seul.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dis cette phrase d'explication à voix haute. C'est ce qui transforme le jeu en enseignement. Puis je passe à la question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lis, « 3, 2, 1 — cartes en l'air », je compte à vue. JE NE COMMENTE AUCUN RÉSULTAT INDIVIDUEL du test : le score est pour moi seul.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dis cette phrase d'explication à voix haute. C'est ce qui transforme le jeu en enseignement. Puis je passe à la question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lis, « 3, 2, 1 — cartes en l'air », je compte à vue. JE NE COMMENTE AUCUN RÉSULTAT INDIVIDUEL du test : le score est pour moi seul.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dis cette phrase d'explication à voix haute. C'est ce qui transforme le jeu en enseignement. Puis je passe à la question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directe vers le live coding : on enchaîne sans pause. La derniere question est le pont vers le live coding.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1463040"/>
            <a:ext cx="731520" cy="731520"/>
          </a:xfrm>
          <a:prstGeom prst="roundRect">
            <a:avLst>
              <a:gd name="adj" fmla="val 2500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765792" y="1463040"/>
            <a:ext cx="731520" cy="731520"/>
          </a:xfrm>
          <a:prstGeom prst="roundRect">
            <a:avLst>
              <a:gd name="adj" fmla="val 2500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753344" y="1463040"/>
            <a:ext cx="731520" cy="731520"/>
          </a:xfrm>
          <a:prstGeom prst="roundRect">
            <a:avLst>
              <a:gd name="adj" fmla="val 2500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778240" y="2450592"/>
            <a:ext cx="731520" cy="731520"/>
          </a:xfrm>
          <a:prstGeom prst="roundRect">
            <a:avLst>
              <a:gd name="adj" fmla="val 2500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765792" y="2450592"/>
            <a:ext cx="731520" cy="731520"/>
          </a:xfrm>
          <a:prstGeom prst="roundRect">
            <a:avLst>
              <a:gd name="adj" fmla="val 2500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753344" y="2450592"/>
            <a:ext cx="731520" cy="731520"/>
          </a:xfrm>
          <a:prstGeom prst="roundRect">
            <a:avLst>
              <a:gd name="adj" fmla="val 2500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778240" y="3438144"/>
            <a:ext cx="731520" cy="731520"/>
          </a:xfrm>
          <a:prstGeom prst="roundRect">
            <a:avLst>
              <a:gd name="adj" fmla="val 2500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765792" y="3438144"/>
            <a:ext cx="731520" cy="731520"/>
          </a:xfrm>
          <a:prstGeom prst="roundRect">
            <a:avLst>
              <a:gd name="adj" fmla="val 2500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753344" y="3438144"/>
            <a:ext cx="731520" cy="731520"/>
          </a:xfrm>
          <a:prstGeom prst="roundRect">
            <a:avLst>
              <a:gd name="adj" fmla="val 2500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737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4  ·  CE QUI EST RESTÉ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28600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FLASH</a:t>
            </a:r>
            <a:endParaRPr lang="en-US" sz="7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49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questions, 7 minutes. On repart de ce que le test a montré.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4663440"/>
            <a:ext cx="4846320" cy="621792"/>
          </a:xfrm>
          <a:prstGeom prst="roundRect">
            <a:avLst>
              <a:gd name="adj" fmla="val 8824"/>
            </a:avLst>
          </a:prstGeom>
          <a:solidFill>
            <a:srgbClr val="D726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66344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▲  lève ta carte ROUGE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669280" y="4663440"/>
            <a:ext cx="4846320" cy="621792"/>
          </a:xfrm>
          <a:prstGeom prst="roundRect">
            <a:avLst>
              <a:gd name="adj" fmla="val 8824"/>
            </a:avLst>
          </a:prstGeom>
          <a:solidFill>
            <a:srgbClr val="1F6FD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0" y="466344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◆  lève ta carte BLEUE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5440680"/>
            <a:ext cx="4846320" cy="621792"/>
          </a:xfrm>
          <a:prstGeom prst="roundRect">
            <a:avLst>
              <a:gd name="adj" fmla="val 8824"/>
            </a:avLst>
          </a:prstGeom>
          <a:solidFill>
            <a:srgbClr val="E8871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44068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●  lève ta carte ORANGE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669280" y="5440680"/>
            <a:ext cx="4846320" cy="621792"/>
          </a:xfrm>
          <a:prstGeom prst="roundRect">
            <a:avLst>
              <a:gd name="adj" fmla="val 8824"/>
            </a:avLst>
          </a:prstGeom>
          <a:solidFill>
            <a:srgbClr val="1E9E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0" y="544068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■  lève ta carte VERTE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 /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411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51560"/>
            <a:ext cx="11064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3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5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print(a)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Qu'est-ce qui s'affiche ?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D726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172200" y="306324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F6F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E8871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9377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puis 5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6172200" y="475488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E9E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0" y="49377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3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5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print(a)</a:t>
            </a:r>
            <a:endParaRPr lang="en-US" sz="2200" dirty="0"/>
          </a:p>
          <a:p>
            <a:pPr algn="ctr" indent="0" marL="0">
              <a:buNone/>
            </a:pP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Qu'est-ce qui s'affiche 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103120"/>
            <a:ext cx="9235440" cy="1691640"/>
          </a:xfrm>
          <a:prstGeom prst="roundRect">
            <a:avLst>
              <a:gd name="adj" fmla="val 5405"/>
            </a:avLst>
          </a:prstGeom>
          <a:solidFill>
            <a:srgbClr val="1F6FD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 BLEU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74320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509760" y="237744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600" dirty="0"/>
          </a:p>
        </p:txBody>
      </p:sp>
      <p:sp>
        <p:nvSpPr>
          <p:cNvPr id="8" name="Shape 6"/>
          <p:cNvSpPr/>
          <p:nvPr/>
        </p:nvSpPr>
        <p:spPr>
          <a:xfrm>
            <a:off x="1463040" y="4114800"/>
            <a:ext cx="9235440" cy="1737360"/>
          </a:xfrm>
          <a:prstGeom prst="roundRect">
            <a:avLst>
              <a:gd name="adj" fmla="val 4211"/>
            </a:avLst>
          </a:prstGeom>
          <a:solidFill>
            <a:srgbClr val="2020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2880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47548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deuxieme ligne remplace le contenu. Une boite ne garde qu'une seule chose.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 /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411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51560"/>
            <a:ext cx="11064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4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5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a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print(b)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D726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172200" y="306324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F6F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E8871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9377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6172200" y="475488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E9E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0" y="49377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4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5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a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print(b)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103120"/>
            <a:ext cx="9235440" cy="1691640"/>
          </a:xfrm>
          <a:prstGeom prst="roundRect">
            <a:avLst>
              <a:gd name="adj" fmla="val 5405"/>
            </a:avLst>
          </a:prstGeom>
          <a:solidFill>
            <a:srgbClr val="D726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 ROUGE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74320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509760" y="237744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600" dirty="0"/>
          </a:p>
        </p:txBody>
      </p:sp>
      <p:sp>
        <p:nvSpPr>
          <p:cNvPr id="8" name="Shape 6"/>
          <p:cNvSpPr/>
          <p:nvPr/>
        </p:nvSpPr>
        <p:spPr>
          <a:xfrm>
            <a:off x="1463040" y="4114800"/>
            <a:ext cx="9235440" cy="1737360"/>
          </a:xfrm>
          <a:prstGeom prst="roundRect">
            <a:avLst>
              <a:gd name="adj" fmla="val 4211"/>
            </a:avLst>
          </a:prstGeom>
          <a:solidFill>
            <a:srgbClr val="2020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2880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47548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a met dans b ce qu'il y a dans a. Le 5 est perdu.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 /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411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51560"/>
            <a:ext cx="11064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"X"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"O"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b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a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print(a)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print(b)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D726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puis O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172200" y="306324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F6F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puis X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E8871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9377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puis X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6172200" y="475488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E9E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0" y="49377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puis O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"X"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"O"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b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a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print(a)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print(b)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103120"/>
            <a:ext cx="9235440" cy="1691640"/>
          </a:xfrm>
          <a:prstGeom prst="roundRect">
            <a:avLst>
              <a:gd name="adj" fmla="val 5405"/>
            </a:avLst>
          </a:prstGeom>
          <a:solidFill>
            <a:srgbClr val="1E9E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 VERT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74320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puis O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509760" y="237744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600" dirty="0"/>
          </a:p>
        </p:txBody>
      </p:sp>
      <p:sp>
        <p:nvSpPr>
          <p:cNvPr id="8" name="Shape 6"/>
          <p:cNvSpPr/>
          <p:nvPr/>
        </p:nvSpPr>
        <p:spPr>
          <a:xfrm>
            <a:off x="1463040" y="4114800"/>
            <a:ext cx="9235440" cy="1737360"/>
          </a:xfrm>
          <a:prstGeom prst="roundRect">
            <a:avLst>
              <a:gd name="adj" fmla="val 4211"/>
            </a:avLst>
          </a:prstGeom>
          <a:solidFill>
            <a:srgbClr val="2020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2880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47548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piege : des a = b, le X est perdu. Pour echanger, il faut une troisieme boite.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 /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411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51560"/>
            <a:ext cx="11064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 = "Joyce"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print("nom")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D726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172200" y="306324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F6F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Joyce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E8871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9377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erreur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6172200" y="475488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E9E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0" y="49377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 = "Joyce"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print("nom")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103120"/>
            <a:ext cx="9235440" cy="1691640"/>
          </a:xfrm>
          <a:prstGeom prst="roundRect">
            <a:avLst>
              <a:gd name="adj" fmla="val 5405"/>
            </a:avLst>
          </a:prstGeom>
          <a:solidFill>
            <a:srgbClr val="D726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 ROUGE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74320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509760" y="237744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600" dirty="0"/>
          </a:p>
        </p:txBody>
      </p:sp>
      <p:sp>
        <p:nvSpPr>
          <p:cNvPr id="8" name="Shape 6"/>
          <p:cNvSpPr/>
          <p:nvPr/>
        </p:nvSpPr>
        <p:spPr>
          <a:xfrm>
            <a:off x="1463040" y="4114800"/>
            <a:ext cx="9235440" cy="1737360"/>
          </a:xfrm>
          <a:prstGeom prst="roundRect">
            <a:avLst>
              <a:gd name="adj" fmla="val 4211"/>
            </a:avLst>
          </a:prstGeom>
          <a:solidFill>
            <a:srgbClr val="2020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2880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47548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guillemets : le MOT. Sans guillemets : ce qu'il y a dans la boite.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 /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411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51560"/>
            <a:ext cx="11064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 = "Joyce"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print("Bonjour" + nom)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D726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Bonjour Joyce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172200" y="306324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F6F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Bonjour nom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E8871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9377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BonjourJoyce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6172200" y="475488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E9E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0" y="49377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erreur</a:t>
            </a:r>
            <a:endParaRPr lang="en-US" sz="2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 = "Joyce"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print("Bonjour" + nom)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103120"/>
            <a:ext cx="9235440" cy="1691640"/>
          </a:xfrm>
          <a:prstGeom prst="roundRect">
            <a:avLst>
              <a:gd name="adj" fmla="val 5405"/>
            </a:avLst>
          </a:prstGeom>
          <a:solidFill>
            <a:srgbClr val="E8871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 ORANGE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74320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BonjourJoyce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509760" y="237744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600" dirty="0"/>
          </a:p>
        </p:txBody>
      </p:sp>
      <p:sp>
        <p:nvSpPr>
          <p:cNvPr id="8" name="Shape 6"/>
          <p:cNvSpPr/>
          <p:nvPr/>
        </p:nvSpPr>
        <p:spPr>
          <a:xfrm>
            <a:off x="1463040" y="4114800"/>
            <a:ext cx="9235440" cy="1737360"/>
          </a:xfrm>
          <a:prstGeom prst="roundRect">
            <a:avLst>
              <a:gd name="adj" fmla="val 4211"/>
            </a:avLst>
          </a:prstGeom>
          <a:solidFill>
            <a:srgbClr val="2020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2880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47548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colle exactement ce qu'on lui donne. L'espace manquait dans "Bonjour ".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6 /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411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51560"/>
            <a:ext cx="11064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"3"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"4"</a:t>
            </a:r>
            <a:endParaRPr lang="en-US" sz="42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print(x + y)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D726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172200" y="306324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F6F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E8871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9377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+ 4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6172200" y="475488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E9E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0" y="49377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erreur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"3"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"4"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print(x + y)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103120"/>
            <a:ext cx="9235440" cy="1691640"/>
          </a:xfrm>
          <a:prstGeom prst="roundRect">
            <a:avLst>
              <a:gd name="adj" fmla="val 5405"/>
            </a:avLst>
          </a:prstGeom>
          <a:solidFill>
            <a:srgbClr val="1F6FD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 BLEU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74320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509760" y="237744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600" dirty="0"/>
          </a:p>
        </p:txBody>
      </p:sp>
      <p:sp>
        <p:nvSpPr>
          <p:cNvPr id="8" name="Shape 6"/>
          <p:cNvSpPr/>
          <p:nvPr/>
        </p:nvSpPr>
        <p:spPr>
          <a:xfrm>
            <a:off x="1463040" y="4114800"/>
            <a:ext cx="9235440" cy="1737360"/>
          </a:xfrm>
          <a:prstGeom prst="roundRect">
            <a:avLst>
              <a:gd name="adj" fmla="val 4211"/>
            </a:avLst>
          </a:prstGeom>
          <a:solidFill>
            <a:srgbClr val="2020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2880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47548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guillemets, ce sont des TEXTES. Le + colle : 34. On verra aujourd'hui comment obtenir 7.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137160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FFB74D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741103" y="137160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FFB74D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703966" y="137160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FFB74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778240" y="233446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FFB74D">
              <a:alpha val="2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741103" y="233446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FFB74D">
              <a:alpha val="2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703966" y="233446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FFB74D">
              <a:alpha val="2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778240" y="329732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FFB74D">
              <a:alpha val="2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741103" y="329732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FFB74D">
              <a:alpha val="2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703966" y="329732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FFB74D">
              <a:alpha val="20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554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AUJOURD'HUI…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194560"/>
            <a:ext cx="9509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</a:t>
            </a:r>
            <a:endParaRPr lang="en-US" sz="48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ET DÉCIDE.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dernière question vous a donné 34 au lieu de 7.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cinq minutes, vous saurez pourquoi — et comment obtenir 7.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Quiz flash - seance 4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2026-10-01T16:54:35Z</dcterms:created>
  <dcterms:modified xsi:type="dcterms:W3CDTF">2026-10-01T16:54:35Z</dcterms:modified>
</cp:coreProperties>
</file>