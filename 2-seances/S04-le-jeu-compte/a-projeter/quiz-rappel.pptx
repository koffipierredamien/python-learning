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le monde répond EN MÊME TEMPS, au signal « 3, 2, 1 ». Personne ne recopie son voisin, et on voit d'un seul regard quelle notion n'est pas passée.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JE NE COMMENTE AUCUN RÉSULTAT INDIVIDUEL du test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JE NE COMMENTE AUCUN RÉSULTAT INDIVIDUEL du test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JE NE COMMENTE AUCUN RÉSULTAT INDIVIDUEL du test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JE NE COMMENTE AUCUN RÉSULTAT INDIVIDUEL du test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JE NE COMMENTE AUCUN RÉSULTAT INDIVIDUEL du test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JE NE COMMENTE AUCUN RÉSULTAT INDIVIDUEL du test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JE NE COMMENTE AUCUN RÉSULTAT INDIVIDUEL du test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lis, « 3, 2, 1 — cartes en l'air », je compte à vue. JE NE COMMENTE AUCUN RÉSULTAT INDIVIDUEL du test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directe vers le live coding : on enchaîne sans pause. La question 6 du quiz est le pont — gardez-la en tête.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4  ·  CE QUI EST RESTÉ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860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7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questions, 10 minutes. On repart de ce que le test a montré.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D726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▲  lève ta carte ROUGE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F6F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◆  lève ta carte BLEUE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●  lève ta carte ORANGE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E9E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■  lève ta carte VERTE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Qu'est-ce qui s'affiche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puis 5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Qu'est-ce qui s'affiche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deuxième ligne remplace le contenu. Une boîte ne garde qu'une seule chose.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4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5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4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5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met dans b ce qu'il y a dans a. Le 5 est perdu.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4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5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4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5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n'a jamais changé. Copier une boîte dans une autre ne vide pas la première.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"X"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"O"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b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puis O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puis X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puis X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puis O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"X"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"O"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b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E9E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puis O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: dès a = b, le X est perdu. Pour échanger, il faut une troisième boîte.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"Joyce"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print("nom")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Joyce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"Joyce"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print("nom")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guillemets : le MOT. Sans guillemets : ce qu'il y a dans la boîte.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"3"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"4"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+ y)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+ 4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"3"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"4"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+ 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guillemets, ce sont des TEXTES. Le + colle : 34. On verra aujourd'hui comment obtenir 7.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"Joyce"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print("Bonjour" + nom)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 Joyce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 nom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BonjourJoyce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erreur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"Joyce"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print("Bonjour" + nom)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BonjourJoyce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colle exactement ce qu'on lui donne. L'espace manquait dans "Bonjour ".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input("Ton nom ? ")</a:t>
            </a:r>
            <a:endParaRPr lang="en-US" sz="42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 " + Nom)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affiche le nom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n'affiche rien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= input("Ton nom ? ")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print("Bonjour " + Nom)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et Nom ne sont pas la même boîte. Python ne connaît pas Nom.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41103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03966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41103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03966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41103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03966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554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AUJOURD'HUI…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194560"/>
            <a:ext cx="9509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À COMPTER.</a:t>
            </a:r>
            <a:endParaRPr lang="en-US" sz="5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dernière question vous a donné 34 au lieu de 7.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dix minutes, vous saurez pourquoi — et comment obtenir 7.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flash - seance 4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2026-10-01T16:20:42Z</dcterms:created>
  <dcterms:modified xsi:type="dcterms:W3CDTF">2026-10-01T16:20:42Z</dcterms:modified>
</cp:coreProperties>
</file>