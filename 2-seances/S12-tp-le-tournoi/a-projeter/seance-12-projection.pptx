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lit les règles à voix haute, et on lance. Deux minutes maximum.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à laisser affichée pendant tout le 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Ramassez vraiment ces réponses : c'est le programme de décembre, écrit par 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466783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29646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466783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429646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503920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466783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429646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1371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JEREMIAH GEEKS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920240"/>
            <a:ext cx="8595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LE TOURNOI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3832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28 novembre 2026   ·   12 h - 14 h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20624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jeu est fini. On le teste, on le fignole — et on joue.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ON TRAVAILLE AUJOURD'HUI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règles du tournoi.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167128"/>
            <a:ext cx="438912" cy="438912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1671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231136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joue sur le programme de l'un des deux joueurs, tiré au sort.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288036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1248" y="3035808"/>
            <a:ext cx="438912" cy="438912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30358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099816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 programme plante pendant le match, on rejoue sur l'autre. Un jeu solide, ça compte.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0080" y="374904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904488"/>
            <a:ext cx="438912" cy="438912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1248" y="39044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968496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match nul se rejoue, et c'est l'autre qui commence.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61772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4773168"/>
            <a:ext cx="438912" cy="438912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4773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837176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Celui qui perd devient ARBITRE du match suivant.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" y="548640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1248" y="5641848"/>
            <a:ext cx="438912" cy="438912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41248" y="56418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5705856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le monde joue. Même si ton jeu ne marche pas encore.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DEVRAIS-TU EN ÊTRE ?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tableau de bord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578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9050">
            <a:solidFill>
              <a:srgbClr val="E0E0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94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5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45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2423160" y="21945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8 scénarios de test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1920240"/>
            <a:ext cx="52578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9050">
            <a:solidFill>
              <a:srgbClr val="E0E0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194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5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10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21945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réparations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971800"/>
            <a:ext cx="52578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9050">
            <a:solidFill>
              <a:srgbClr val="E0E0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246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5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10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32461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+ TIRAGE AU SORT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63640" y="2971800"/>
            <a:ext cx="52578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9050">
            <a:solidFill>
              <a:srgbClr val="E0E0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92240" y="3246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5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20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32461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finition, vite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52578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9050">
            <a:solidFill>
              <a:srgbClr val="E0E0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297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5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25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2423160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TOURNOI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023360"/>
            <a:ext cx="52578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9050">
            <a:solidFill>
              <a:srgbClr val="E0E0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92240" y="4297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5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55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046720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des deux mois, et photo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8 scénarios d'abord. Un jeu non testé n'est pas un jeu fini.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1791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58326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05256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81791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58326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05256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81791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58326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1463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FINIR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103120"/>
            <a:ext cx="9509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questions,</a:t>
            </a:r>
            <a:endParaRPr lang="en-US" sz="36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c'est fini.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023360"/>
            <a:ext cx="9509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quoi es-tu le plus fier dans ton jeu ?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que tu aimerais qu'il sache faire, et qu'il ne sait pas encore ?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deuxième réponse décidera du programme de décembre.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- seance 12</dc:title>
  <dc:subject>PptxGenJS Presentation</dc:subject>
  <dc:creator>PptxGenJS</dc:creator>
  <cp:lastModifiedBy>PptxGenJS</cp:lastModifiedBy>
  <cp:revision>1</cp:revision>
  <dcterms:created xsi:type="dcterms:W3CDTF">2026-10-16T21:16:19Z</dcterms:created>
  <dcterms:modified xsi:type="dcterms:W3CDTF">2026-10-16T21:16:19Z</dcterms:modified>
</cp:coreProperties>
</file>