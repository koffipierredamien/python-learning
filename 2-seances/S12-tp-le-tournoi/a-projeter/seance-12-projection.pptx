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lit les règles à voix haute, et on lance. Deux minutes maximum.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à laisser affichée pendant tout le 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Ramassez vraiment ces réponses : c'est le programme de décembre, écrit par 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66783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9646" y="14173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66783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29646" y="23801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466783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429646" y="33430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JEREMIAH GEEKS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92024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LE TOURNOI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383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 28 novembre 2026   ·   12 h - 14 h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20624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jeu est fini. On le teste, on le fignole — et on joue.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TRAVAILLE AUJOURD'HUI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du tournoi.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67128"/>
            <a:ext cx="438912" cy="438912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3113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joue sur le programme de l'un des deux joueurs, tiré au sort.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035808"/>
            <a:ext cx="438912" cy="438912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9981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programme plante pendant le match, on rejoue sur l'autre. Un jeu solide, ça compte.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3904488"/>
            <a:ext cx="438912" cy="438912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3904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6849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match nul se rejoue, et c'est l'autre qui commence.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773168"/>
            <a:ext cx="438912" cy="438912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4773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3717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 qui perd devient ARBITRE du match suivant.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E4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5641848"/>
            <a:ext cx="438912" cy="438912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" y="5641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70585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 joue. Même si ton jeu ne marche pas encore.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DEVRAIS-TU EN ÊTRE 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0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45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scénarios de test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0E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194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réparations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0E0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10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+ TIRAGE AU SORT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297180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0E0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20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finition, vite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0E0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25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42316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TOURNOI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9050">
            <a:solidFill>
              <a:srgbClr val="E0E0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h 55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des deux mois, et photo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scénarios d'abord. Un jeu non testé n'est pas un jeu fini.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FINIR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103120"/>
            <a:ext cx="9509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questions,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c'est fini.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02336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quoi es-tu le plus fier dans ton jeu ?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tu aimerais qu'il sache faire, et qu'il ne sait pas encore ?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deuxième réponse décidera du programme de décembre.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- seance 12</dc:title>
  <dc:subject>PptxGenJS Presentation</dc:subject>
  <dc:creator>PptxGenJS</dc:creator>
  <cp:lastModifiedBy>PptxGenJS</cp:lastModifiedBy>
  <cp:revision>1</cp:revision>
  <dcterms:created xsi:type="dcterms:W3CDTF">2026-10-16T20:43:14Z</dcterms:created>
  <dcterms:modified xsi:type="dcterms:W3CDTF">2026-10-16T20:43:14Z</dcterms:modified>
</cp:coreProperties>
</file>