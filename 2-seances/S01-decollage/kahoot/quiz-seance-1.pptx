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le monde répond EN MÊME TEMPS, au signal « 3, 2, 1 ». Personne ne recopie son voisin, et on voit d'un seul regard quelle notion n'est pas passée.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Enchaîner tout de suite sur la clôture : badges, Mur de Mission, post-it. Il est 13 h 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65792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53344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65792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53344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65792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53344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  ·  LE DÉCOLLAGE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286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QUIZ</a:t>
            </a:r>
            <a:endParaRPr lang="en-US" sz="7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questions. Ce n'est pas une note : c'est un jeu.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D726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6634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▲  lève ta carte ROUGE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0" y="466344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F6F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0" y="46634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◆  lève ta carte BLEUE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E887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4406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●  lève ta carte ORANGE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0" y="544068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E9E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0" y="54406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■  lève ta carte VERTE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la commande print en Python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affiche du texte à l'écran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imprime sur du papier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efface le programme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calcule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la commande print en Python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affiche du texte à l'écran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veut dire AFFICHE. Attention au piège : ça n'imprime rien sur du papier !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guillemets faut-il autour d'un texte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: un avant, un après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guillemets faut-il autour d'un texte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: un avant, un après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une paire de chaussures : jamais un tout seul.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fond, l'ordinateur ne comprend que…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français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L'anglais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0 et des 1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images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fond, l'ordinateur ne comprend que…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0 et des 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Souvenez-vous des huit élèves debout et assis. Debout = 1, assis = 0. Rien d'autre.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l'ordinateur écrit en rouge, cela veut dire…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en colère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t'explique ce qu'il n'a pas compris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es puni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L'ordinateur est cassé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l'ordinateur écrit en rouge, cela veut dire…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t'explique ce qu'il n'a pas compris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n'est pas grave. LE ROUGE EST UNE INFORMATION.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algorithme, c'est…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ordinateur très rapide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suite d'ordres précis, dans le bon ordre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langage de programmation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robot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algorithme, c'est…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suite d'ordres précis, dans le bon ordre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que vous avez fait avec le robot humain. Et une recette de cuisine en est un.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créé le langage Python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Zuckerberg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van Rossum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 Musk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Gitanjali Rao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créé le langage Python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van Rossum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voulait un langage simple et lisible. C'est pour ça qu'on l'a choisi pour vous.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écrit la première version de Facebook dans sa chambre d'étudiant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Zuckerberg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 Musk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van Rossum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 D'Aloisio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écrit la première version de Facebook dans sa chambre d'étudiant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Zuckerberg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19 ans. Mais il avait commencé à coder vers 12 ans, avec des programmes minuscules.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vient le mot « bug »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vrai insecte coincé dans une machine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mot anglais qui veut dire erreur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nom d'un ordinateur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jeu vidéo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vient le mot « bug »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vrai insecte coincé dans une machine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papillon de nuit coincé dans une machine, en 1947, collé dans le cahier de bord.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domaine n'y a-t-il PAS de code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santé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L'agriculture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musique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: il y a du code partout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domaine n'y a-t-il PAS de code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E9E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: il y a du code partout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pour ça que ça vous servira dans le métier que vous choisirez, quel qu'il soit.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L'ordinateur lit ton programme…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haut en bas, ligne par ligne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bas en haut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désordre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commençant par le milieu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L'ordinateur lit ton programme…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haut en bas, ligne par ligne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Toujours. C'est la règle numéro un.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s'appelle le logiciel dans lequel on écrit notre code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Thonny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2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s'appelle le logiciel dans lequel on écrit notre code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Thonny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est la LANGUE. Thonny est la FEUILLE, avec le bouton vas-y.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va afficher   print("Bonjour")  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Bonjour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"Bonjour" avec les guillemets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</a:t>
            </a:r>
            <a:endParaRPr lang="en-US" sz="2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va afficher   print("Bonjour")  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guillemets servent à dire « ceci est du texte ». Ils ne s'affichent pas.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L'ordinateur est surtout…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Obéissant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Paresseux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Magique</a:t>
            </a:r>
            <a:endParaRPr lang="en-US" sz="2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L'ordinateur est surtout…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Obéissant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fait exactement ce qui est écrit. S'il fait une bêtise, ce n'est pas lui qui s'est trompé.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âge Elon Musk a-t-il vendu son premier jeu vidéo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ans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ans</a:t>
            </a:r>
            <a:endParaRPr lang="en-US" sz="2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âge Elon Musk a-t-il vendu son premier jeu vidéo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Douze ans. Presque votre âge. Le jeu s'appelait Blastar, et un magazine l'a acheté.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Charlette N'Guessan, ivoirienne, a créé un logiciel qui…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 le visage d'une personne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répare les voitures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traduit les langues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fabrique des médicaments</a:t>
            </a:r>
            <a:endParaRPr lang="en-US" sz="2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Charlette N'Guessan, ivoirienne, a créé un logiciel qui…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 le visage d'une personne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 la fraude aux identités dans les banques africaines. En 2020, première femme à gagner un grand prix africain d'ingénierie.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6459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41103" y="16459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03966" y="16459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6087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41103" y="26087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03966" y="26087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5716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41103" y="35716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03966" y="35716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1945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FINI !</a:t>
            </a:r>
            <a:endParaRPr lang="en-US" sz="6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ceux qui n'ont pas tout trouvé :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appris exactement les mêmes choses.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37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podium, c'est pour rire.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- Seance 1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2026-09-12T01:13:02Z</dcterms:created>
  <dcterms:modified xsi:type="dcterms:W3CDTF">2026-09-12T01:13:02Z</dcterms:modified>
</cp:coreProperties>
</file>