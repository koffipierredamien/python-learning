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Affichée pendant que les élèves s'installent. On rappelle la règle : tout le monde lève sa carte EN MÊME TEMPS, au signal. Personne ne parle. C'est ce qui permet de voir d'un coup d'œil qui a compris, sans interroger personne.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la plus importante du trimestre : la liste arrive parce que le jeu en a besoin, pas parce que c'est au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65792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53344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65792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53344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765792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53344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6  ·  CE QUI EST RESTÉ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7 minutes.  Tout ce qu'on sait déjà faire — avant d'y ajouter la mémoire.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148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0965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114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ROUGE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59028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5720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5902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BLEUE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06577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50474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065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ORANGE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54126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5229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55412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VERTE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print("3" + "4")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671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2852928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852928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2852928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678174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678174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78174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503420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503420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503420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328666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328666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328666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print("3" + "4")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6184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1671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2951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157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3225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3225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57016"/>
            <a:ext cx="10881360" cy="2496312"/>
          </a:xfrm>
          <a:prstGeom prst="roundRect">
            <a:avLst>
              <a:gd name="adj" fmla="val 2930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739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23944"/>
            <a:ext cx="1014984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+ texte : les deux sont collés l'un à l'autre. Ce sont les guillemets qui font toute la différence.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input("Ton age ? ")</a:t>
            </a:r>
            <a:endParaRPr lang="en-US" sz="2200" dirty="0"/>
          </a:p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55117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joueur tape 12. Que se passe-t-il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236976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236976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236976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13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966210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966210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966210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121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695444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695444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695444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TypeError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424678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424678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424678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12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input("Ton age ? ")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8470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joueur tape 12. Que se passe-t-il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3957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9443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TypeError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5511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5511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85616"/>
            <a:ext cx="10881360" cy="2267712"/>
          </a:xfrm>
          <a:prstGeom prst="roundRect">
            <a:avLst>
              <a:gd name="adj" fmla="val 3226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9684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352544"/>
            <a:ext cx="101498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rend TOUJOURS du texte, même quand on tape un nombre. On est donc en texte + nombre, et Python refuse.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1993392"/>
          </a:xfrm>
          <a:prstGeom prst="roundRect">
            <a:avLst>
              <a:gd name="adj" fmla="val 3670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0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tour + 1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tour + 1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print(tour)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192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00507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00507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00507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54228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54228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54228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507949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07949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507949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61670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61670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61670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0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tour + 1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tour + 1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print(tour)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3042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8529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FB765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9809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015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30083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30083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242816"/>
            <a:ext cx="10881360" cy="1810512"/>
          </a:xfrm>
          <a:prstGeom prst="roundRect">
            <a:avLst>
              <a:gd name="adj" fmla="val 4040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4256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809744"/>
            <a:ext cx="10149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fois « reprends ce qu'il y a dedans, et ajoute 1 ». Le signe = range dans la boîte, il ne compare rien.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&gt;= 7)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671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2852928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852928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2852928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678174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678174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78174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503420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503420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503420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328666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328666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328666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&gt;= 7)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6184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1671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2951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157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3225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3225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57016"/>
            <a:ext cx="10881360" cy="2496312"/>
          </a:xfrm>
          <a:prstGeom prst="roundRect">
            <a:avLst>
              <a:gd name="adj" fmla="val 2930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739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23944"/>
            <a:ext cx="1014984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veut dire « plus grand OU égal ». 7 est bien égal à 7 : la réponse est vraie.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1993392"/>
          </a:xfrm>
          <a:prstGeom prst="roundRect">
            <a:avLst>
              <a:gd name="adj" fmla="val 3670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case &gt; 9: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print("A")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print("B")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192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case = 3, qu'est-ce qui s'affiche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00507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00507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00507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54228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54228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54228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507949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07949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507949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616702"/>
            <a:ext cx="10881360" cy="372618"/>
          </a:xfrm>
          <a:prstGeom prst="roundRect">
            <a:avLst>
              <a:gd name="adj" fmla="val 19632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616702"/>
            <a:ext cx="45720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616702"/>
            <a:ext cx="9692640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puis B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case &gt; 9: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print("A")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print("B")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3042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case = 3, qu'est-ce qui s'affiche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8529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9809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015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30083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30083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242816"/>
            <a:ext cx="10881360" cy="1810512"/>
          </a:xfrm>
          <a:prstGeom prst="roundRect">
            <a:avLst>
              <a:gd name="adj" fmla="val 4040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4256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809744"/>
            <a:ext cx="10149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n'est pas plus grand que 9 : la condition est fausse, donc on part dans le else. Un seul des deux s'affiche, jamais les deux.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1609344"/>
          </a:xfrm>
          <a:prstGeom prst="roundRect">
            <a:avLst>
              <a:gd name="adj" fmla="val 4545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2200" dirty="0"/>
          </a:p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3:</a:t>
            </a:r>
            <a:endParaRPr lang="en-US" sz="2200" dirty="0"/>
          </a:p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print("grand")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3522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print est collé à gauche. Que se passe-t-il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621024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621024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621024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grand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254246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254246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54246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IndentationError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887468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887468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887468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n'affiche rien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520690"/>
            <a:ext cx="10881360" cy="468630"/>
          </a:xfrm>
          <a:prstGeom prst="roundRect">
            <a:avLst>
              <a:gd name="adj" fmla="val 15610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520690"/>
            <a:ext cx="4572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520690"/>
            <a:ext cx="96926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SyntaxError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3: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print("grand")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75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print est collé à gauche. Que se passe-t-il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6243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7523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1729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IndentationError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7797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7797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14216"/>
            <a:ext cx="10881360" cy="2039112"/>
          </a:xfrm>
          <a:prstGeom prst="roundRect">
            <a:avLst>
              <a:gd name="adj" fmla="val 3587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41970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581144"/>
            <a:ext cx="101498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les deux-points, il FAUT décaler de 4 espaces. Sans le décalage, Python réclame le bloc : IndentationError.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 parle, compte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décide.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il ne se souvient de rien.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Joyce joue la case 5, le plateau ne change pas. Aujourd'hui, on lui donne une mémoire.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flash — séance 6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2026-10-17T12:22:30Z</dcterms:created>
  <dcterms:modified xsi:type="dcterms:W3CDTF">2026-10-17T12:22:30Z</dcterms:modified>
</cp:coreProperties>
</file>