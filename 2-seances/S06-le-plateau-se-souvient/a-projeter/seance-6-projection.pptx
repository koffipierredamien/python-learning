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phrases,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lis une question, « 3, 2, 1 — cartes en l'air », je compte à vue, j'explique en une phrase. Aucun résultat individuel n'est commenté.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question à la fois. On laisse 15 secondes, puis cartes en l'air.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s'attarde pas : 7 minutes au total pour le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Lancez VRAIMENT leur jeu de la séance 5 et faites jouer une case. Le constat doit venir d'eux.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DE LANCER : « qu'est-ce que equipe[0] va afficher ? » Beaucoup diront Gedeon. C'est LA confusion de la séance : elle doit sortir maintenant.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Faites-leur compter sur leurs doigts : 0, 1, 2. Puis montrez equipe[1] = "Ethan" : un compartiment se vide et se remplit comme une boîte.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Montrez le piège exprès : tapez plateau[case], relancez, laissez-les voir le X se poser à côté. C'est le bug qu'on ne trouve qu'en regardant l'écran.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circule, je ne m'assois pas, je ne touche aucun clavier.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vérifier que GEEKS/mon_xo/jeu.py est ouvert sur chaque poste.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4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6  —  « Le plateau se souvient »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17 octobre 2026   ·   12 h - 14 h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75488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votre jeu reçoit une mémoire.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notion, et elle change tout.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boîte à neuf compartiments, numérotés à partir de ZÉRO.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L'indice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case 1 est à l'indice 0. Toujours un de moins.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pose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plateau[case - 1] = "X" — la ligne du jour.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461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4904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symbole reste sur le plateau, pour la première fois.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20, on est dans le projet. Tout le reste sert à y arriver.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64592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5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65176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questions, 7 minutes. Les cartes de couleur, comme d'habitude.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SIX QUESTIONS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lire une par une.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print("3" + "4")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input(...) puis print(age + 1), le joueur tape 12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0, puis deux fois tour = tour + 1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print(7 &gt;= 7)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case &gt; 9: ... else: ...  avec case = 3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 manque les 4 espaces après  if x &gt; 3: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 sur la diapo suivante — ne la montrez qu'après.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RÉPONSES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phrase d'explication, pas plus.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196596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207568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53312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2679192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2788920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467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2834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TypeError : input rend du texte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3392424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3502152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467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35478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40080" y="4105656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4215384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4215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261104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40080" y="4818888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04672" y="4928616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04672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353312" y="49743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else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640080" y="5532120"/>
            <a:ext cx="10881360" cy="603504"/>
          </a:xfrm>
          <a:prstGeom prst="roundRect">
            <a:avLst>
              <a:gd name="adj" fmla="val 12121"/>
            </a:avLst>
          </a:prstGeom>
          <a:solidFill>
            <a:srgbClr val="F2FAF5"/>
          </a:solidFill>
          <a:ln w="19050">
            <a:solidFill>
              <a:srgbClr val="B8E6CA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04672" y="5641848"/>
            <a:ext cx="384048" cy="38404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04672" y="5641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353312" y="56875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IndentationError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6B6B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DU JOUR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011680"/>
            <a:ext cx="9509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Joyce a joué la case 5.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Regardez le plateau…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n'a pas bougé.</a:t>
            </a:r>
            <a:endParaRPr lang="en-US" sz="3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48056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ne se souvient de rien. Aujourd'hui, on lui donne une mémoire.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NOTION DU JOUR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boîte à neuf compartiments.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equipe = ["Joyce", "Gedeon", "Sarah"]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print(equipe[0])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print(equipe[2])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L'ordinateur compte à partir de ZÉRO. Le premier porte le numéro 0.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DU JOUR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print(equipe[3])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10881360" cy="1097280"/>
          </a:xfrm>
          <a:prstGeom prst="roundRect">
            <a:avLst>
              <a:gd name="adj" fmla="val 6667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9718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IndexError: list index out of range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429768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2020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5262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liste a trois noms : les numéros vont de 0 à 2. Le 3 n'existe pas.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LIGNE DE LA SÉANCE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numéro de case à l'indice.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377440"/>
          </a:xfrm>
          <a:prstGeom prst="roundRect">
            <a:avLst>
              <a:gd name="adj" fmla="val 3077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 case du joueur :  1  2  3  4  5  6  7  8  9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l'indice Python   :  0  1  2  3  4  5  6  7  8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plateau[case - 1] = "X"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5074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Oublie le  - 1  et le symbole se pose À CÔTÉ, sans aucune erreur rouge.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liste de la classe.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23591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liste  equipe  avec quatre prénoms, affichée en entier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3035808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358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108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Afficher le premier, puis le dernier — en disant son numéro à voix haute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7856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8587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Remplacer le deuxième prénom, et réafficher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535424"/>
            <a:ext cx="475488" cy="47548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5354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60857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Provoquer l'IndexError exprès, et lire le message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fichier : listes.py  ·  20 minutes  ·  carte bleue quand tu as fini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- 13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symbole qui reste.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2011680"/>
            <a:ext cx="10881360" cy="2468880"/>
          </a:xfrm>
          <a:prstGeom prst="roundRect">
            <a:avLst>
              <a:gd name="adj" fmla="val 296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24028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| 2 | 3          Joyce, quelle case ? 5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| 5 | 6           1 | 2 | 3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| 8 | 9            4 | X | 6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---+---+---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7 | 8 | 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ton prénom   ② compléter la LISTE des 9 cases   ③ compléter les indices de l'affichage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11149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case = int(case)   ⑤ plateau[case - 1] = "X"   ⑥ recopier les 5 lignes APRÈS la pose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avec plusieurs cases : 1, 5, 9. Le symbole doit toujours tomber au bon endroit.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1783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240280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" y="23682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IndexError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23774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9, ou  - 1  oublié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36829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Compte : de 0 à combien ?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898648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14400" y="3026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X se pose à côté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30358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plateau[case] au lieu de case - 1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30266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Toujours  - 1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557016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914400" y="36850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369417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int(case) oublié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3685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Texte ou nombre 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215384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14400" y="4343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plateau ne change pas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43525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affichage recopié AVANT la pose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4343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Lis ton code de haut en bas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4873752"/>
            <a:ext cx="10881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14400" y="50017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SyntaxError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251960" y="50109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virgule ou un guillemet manque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275320" y="50017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Neuf cases, neuf virgules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plateau se souvient…</a:t>
            </a:r>
            <a:endParaRPr lang="en-US" sz="36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il laisse tout faire.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114800"/>
            <a:ext cx="9509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Essayez de jouer deux fois la même case : il accepte.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prochain, le jeu va refuser.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303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6 - Le plateau se souvient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2026-10-16T20:42:26Z</dcterms:created>
  <dcterms:modified xsi:type="dcterms:W3CDTF">2026-10-16T20:42:26Z</dcterms:modified>
</cp:coreProperties>
</file>