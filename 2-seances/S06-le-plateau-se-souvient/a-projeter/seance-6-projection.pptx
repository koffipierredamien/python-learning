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affichée pendant que les élèves entrent.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phrases, on ne détaille rien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une question, « 3, 2, 1 — cartes en l'air », je compte à vue, j'explique en une phrase. Aucun résultat individuel n'est commenté.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question à la fois. On laisse 15 secondes, puis cartes en l'air.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ne s'attarde pas : 7 minutes au total pour 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Lancez VRAIMENT leur jeu de la séance 5 et faites jouer une case. Le constat doit venir d'eux.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DE LANCER : « qu'est-ce que equipe[0] va afficher ? » Beaucoup diront Gedeon. C'est LA confusion de la séance : elle doit sortir maintenant.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Faites-leur compter sur leurs doigts : 0, 1, 2. Puis montrez equipe[1] = "Ethan" : un compartiment se vide et se remplit comme une boîte.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le piège exprès : tapez plateau[case], relancez, laissez-les voir le X se poser à côté. C'est le bug qu'on ne trouve qu'en regardant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circule, je ne m'assois pas, je ne touche aucun clavier.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pause : vérifier que GEEKS/mon_xo/jeu.py est ouvert sur chaque poste.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l'atelier.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laisse la diapo affichée pendant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GEEKS  ·  JEREMIAH GEEKS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</a:t>
            </a:r>
            <a:pPr indent="0" marL="0">
              <a:buNone/>
            </a:pPr>
            <a:r>
              <a:rPr lang="en-US" sz="6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6  —  « Le plateau se souvient »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17 octobre 2026   ·   12 h - 14 h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54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votre jeu reçoit une mémoire.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D'AUJOURD'HUI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notion, et elle change tout.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boîte à neuf compartiments, numérotés à partir de ZÉRO.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514600"/>
            <a:ext cx="566928" cy="56692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L'indice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1 est à l'indice 0. Toujours un de moins.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514600"/>
            <a:ext cx="566928" cy="566928"/>
          </a:xfrm>
          <a:prstGeom prst="ellipse">
            <a:avLst/>
          </a:prstGeom>
          <a:solidFill>
            <a:srgbClr val="1367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plateau[case - 1] = "X" — la ligne du jour.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0684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544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54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symbole reste sur le plateau, pour la première fois.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h 20, on est dans le projet. Tout le reste sert à y arriver.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15 - 12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93224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33888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5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517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5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Les cartes de couleur, comme d'habitude.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SIX QUESTIONS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lire une par une.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print("3" + "4")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input(...) puis print(age + 1), le joueur tape 12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0, puis deux fois tour = tour + 1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&gt;= 7)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 &gt; 9: ... else: ...  avec case = 3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 manque les 4 espaces après  if x &gt; 3: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 sur la diapo suivante — ne la montrez qu'après.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phrase d'explication, pas plus.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 : input rend du texte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else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IndentationError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DU JOUR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01168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Joyce a joué la case 5.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le plateau…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n'a pas bougé.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ne se souvient de rien. Aujourd'hui, on lui donne une mémoire.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NOTION DU JOUR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boîte à neuf compartiments.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= ["Joyce", "Gedeon", "Sarah"]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print(equipe[0])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print(equipe[2])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compte à partir de ZÉRO. Le premier porte le numéro 0.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DU JOUR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print(equipe[3])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9718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IndexError: list index out of range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2020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5262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liste a trois noms : les numéros vont de 0 à 2. Le 3 n'existe pas.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DE LA SÉANCE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numéro de case à l'indice.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 case du joueur :  1  2  3  4  5  6  7  8  9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l'indice Python   :  0  1  2  3  4  5  6  7  8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plateau[case - 1] = "X"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 le  - 1  et le symbole se pose À CÔTÉ, sans aucune erreur rouge.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 la classe.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3591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liste  equipe  avec quatre prénoms, affichée en entier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035808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le premier, puis le dernier — en disant son numéro à voix haute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858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deuxième prénom, et réafficher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535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6085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Provoquer l'IndexError exprès, et lire le message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fichier : listes.py  ·  20 minutes  ·  carte bleue quand tu as fini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- 13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Levez-vous, sortez, bougez.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— LE PROJET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symbole qui reste.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2402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| 2 | 3          Joyce, quelle case ? 5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| 5 | 6           1 | 2 | 3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          ---+---+---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| 8 | 9            4 | X | 6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---+---+---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7 | 8 | 9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ton prénom   ② compléter la LISTE des 9 cases   ③ compléter les indices de l'affichage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1149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case = int(case)   ⑤ plateau[case - 1] = "X"   ⑥ recopier les 5 lignes APRÈS la pose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avec plusieurs cases : 1, 5, 9. Le symbole doit toujours tomber au bon endroit.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L'ÉCRAN DEVIENT ROUGE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du jour.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 Lis-le, il te dit où chercher.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24028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2368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9, ou  - 1  oublié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68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Compte : de 0 à combien 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3026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X se pose à côté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plateau[case] au lieu de case - 1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26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Toujours  - 1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55701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int(case) oublié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685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Texte ou nombre 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1538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plateau ne change pas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recopié AVANT la pose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Lis ton code de haut en bas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87375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001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51960" y="5010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virgule ou un guillemet manque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001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Neuf cases, neuf virgules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SAMEDI PROCHAIN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9456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plateau se souvient…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il laisse tout faire.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Essayez de jouer deux fois la même case : il accepte.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prochain, le jeu va refuser.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03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À samedi, les Geeks !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Seance 6 - Le plateau se souvient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2026-10-16T21:16:19Z</dcterms:created>
  <dcterms:modified xsi:type="dcterms:W3CDTF">2026-10-16T21:16:19Z</dcterms:modified>
</cp:coreProperties>
</file>