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seul objectif non négociable : que chacun ait terminé la partie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les règles à voix haute, et on lance. Deux minutes maximum.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le 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JEREMIAH GEEKS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202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TP n°2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31 octobre 2026   ·   12 h - 14 h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plateau vivant. Deux heures, seul, pour que tout devienne solide.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TRAVAILLE AUJOURD'HUI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règles, et on part.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6712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3113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travailles SEUL, à ton rythme. Le professeur passe : il ne fera pas à ta place.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03580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9981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coches chaque exercice réussi sur ta feuille. Elle est à toi, tu l'emportes.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90448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6849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après chaque changement. Ctrl + S après chaque partie.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77316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773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3717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plus de 5 minutes ? Tu passes à la suite, et tu y reviendras.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64184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641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70585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encadrés jaunes ⭐ sont facultatifs : personne n'est en retard sans eux.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DEVRAIS-TU EN ÊTRE 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 — le fichier est créé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les listes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l'indice  case - 1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15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le plateau qui vit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50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LE PROJET, validé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55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la chasse aux bugs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retard sur l'horloge ? Avance quand même : la partie 4 est la seule obligatoire.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FINIR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0312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 50, tout le monde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s'arrête et sauvegarde.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2336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remplit le bilan de la dernière page, et on repart avec le code officiel.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prochain : and et or — le code va rétrécir.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- seance 8</dc:title>
  <dc:subject>PptxGenJS Presentation</dc:subject>
  <dc:creator>PptxGenJS</dc:creator>
  <cp:lastModifiedBy>PptxGenJS</cp:lastModifiedBy>
  <cp:revision>1</cp:revision>
  <dcterms:created xsi:type="dcterms:W3CDTF">2026-10-16T21:16:19Z</dcterms:created>
  <dcterms:modified xsi:type="dcterms:W3CDTF">2026-10-16T21:16:19Z</dcterms:modified>
</cp:coreProperties>
</file>