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une question, « 3, 2, 1 — cartes en l'air », je compte à vue, j'explique en une phrase. Aucun résultat individuel n'est commenté.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à la fois. On laisse 15 secondes, puis cartes en l'air.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s'attarde pas : 7 minutes au total pour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Faites-le en vrai, devant eux, avec le jeu de la séance 6. Laissez-les réagir.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Laissez-les chercher deux minutes, vraiment. Ils diront « si elle est vide » — montrez que non.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 tableau d'abord, en français, avec les décalages. Puis à la machine. Le geste : passez le doigt le long des décalages sur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PROJETER AVANT L'ATELIER DU PROJET : le code n'a pas encore le test de la case libre. Tenez la promesse : c'est l'ouverture de la séance 9. POUR VOUS : une fois le test écrit, le 0 sera refusé avec le message faux « déjà prise ». Le bug sera caché, pas réparé. Si un élève le voit, félicitez-le très 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circule, je ne m'assois pas, je ne touche aucun clavier.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vérifier que GEEKS/mon_xo/jeu.py est ouvert sur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7  —  « On ne joue pas deux fois au même endroit »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24 octobre 2026   ·   12 h - 14 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votre jeu apprend à dire non.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dans une question.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3444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libre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49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contient encore son numéro. C'est notre indice.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58640" y="2286000"/>
            <a:ext cx="3444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724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72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8724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if dans le if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87240" y="3749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espaces, puis 8. Le décalage dit qui est dans qui.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77200" y="2286000"/>
            <a:ext cx="3444240" cy="2651760"/>
          </a:xfrm>
          <a:prstGeom prst="roundRect">
            <a:avLst>
              <a:gd name="adj" fmla="val 275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580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58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0580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05800" y="37490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joueurs posent, et le jeu refuse une case prise.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 20, on est dans le projet.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5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Les cartes de couleur, comme d'habitude.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QUESTIONS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une par une.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= ["A","B","C"]  →  print(equipe[1])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print(equipe[3])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7 est à quel indice 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plateau[case] au lieu de plateau[case - 1]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equipe[0] = "Z"  puis  print(equipe)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"1" et pas 1 dans la liste ?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sur la diapo suivante — ne la montrez qu'après.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d'explication, pas plus.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symbole se pose à côté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['Z', 'B', 'C']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pouvoir l'afficher avec le +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 joue la case 5.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Gedeon joue la case 5.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 a mangé le X.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qu'on a le droit, au morpion ?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À RÉSOUDRE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savoir qu'une case est libre ?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 = ["1", "2", "3", "4", "X", "6", "7", "8", "9"]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= 3   -&gt;  plateau[2] contient "3"   : LIBRE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= 5   -&gt;  plateau[4] contient "X"   : PRISE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case libre contient ENCORE SON NUMÉRO :  plateau[case - 1] == str(case)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DU JOUR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if dans le if.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print("Cette case n'existe pas !")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plateau[case - 1] == str(case):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plateau[case - 1] = "X"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print("Case deja prise !")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question ne se pose QUE SI la réponse à la première est non.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NE RÉPARE PAS 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0.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880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symbole se pose dans la case 9.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mot-là, ET, on l'apprend à la séance 9.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961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596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le bug sur un papier. On y revient — c'est une promesse.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251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réparer il faudrait dire : plus grand que 0 ET plus petit que 10.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videur de la case.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359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 numéro de case, et le transformer en nombre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035808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case n'existe pas (plus de 9) → « Cette case n'existe pas ! »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8587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Sinon, si elle est libre → « Case libre, tu peux jouer ! »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535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6085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→ « Deja prise ! »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 : videur.py  ·  Teste les trois chemins : 3, puis 5, puis 12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- 13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refuse.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10881360" cy="2560320"/>
          </a:xfrm>
          <a:prstGeom prst="roundRect">
            <a:avLst>
              <a:gd name="adj" fmla="val 285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24028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Joyce, quelle case ? 5          Gedeon, quelle case ? 5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Joyce pose un X sur la case 5.  La case 5 est deja prise !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| 2 | 3                      1 | 2 | 3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          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| X | 6                      4 | X | 6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          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| 8 | 9                      7 | 8 | 9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 if dans le if pour le joueur 1   ② recopier le bloc pour le joueur 2 (X → O)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029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recopier les cinq lignes d'affichage à la fin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les trois chemins avant d'appeler : une case libre, la même case, une case folle.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2e if n'est pas décalé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 est dans le else : 4 espaces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ça se pose quand même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pose est hors du if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26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Relis les décalages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str(case) oublié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685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 compare du texte avec du texte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153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deux messages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print en trop hors du else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 seul message par chemin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87375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case reste prenable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5010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comparaison porte sur case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001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 plateau[case-1]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n°2 :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heures pour tout solidifier.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dit non. Mais il faut recopier le bloc à chaque tour…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pour neuf tours, ce serait neuf fois.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7 - On ne joue pas deux fois au même endroit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2026-10-16T21:16:19Z</dcterms:created>
  <dcterms:modified xsi:type="dcterms:W3CDTF">2026-10-16T21:16:19Z</dcterms:modified>
</cp:coreProperties>
</file>