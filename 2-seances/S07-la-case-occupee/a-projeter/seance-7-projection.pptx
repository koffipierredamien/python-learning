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affichée pendant que les élèves entrent.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phrases, on ne détaille rien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lis une question, « 3, 2, 1 — cartes en l'air », je compte à vue, j'explique en une phrase. Aucun résultat individuel n'est commenté.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question à la fois. On laisse 15 secondes, puis cartes en l'air.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ne s'attarde pas : 7 minutes au total pour le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Faites-le en vrai, devant eux, avec le jeu de la séance 6. Laissez-les réagir.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Laissez-les chercher deux minutes, vraiment. Ils diront « si elle est vide » — montrez que non.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 tableau d'abord, en français, avec les décalages. Puis à la machine. Le geste : passez le doigt le long des décalages sur l'écran.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PROJETER AVANT L'ATELIER DU PROJET : le code n'a pas encore le test de la case libre. Tenez la promesse : c'est l'ouverture de la séance 9. POUR VOUS : une fois le test écrit, le 0 sera refusé avec le message faux « déjà prise ». Le bug sera caché, pas réparé. Si un élève le voit, félicitez-le très fort.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circule, je ne m'assois pas, je ne touche aucun clavier.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Pendant la pause : vérifier que GEEKS/mon_xo/jeu.py est ouvert sur chaque poste.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à laisser affichée pendant tout l'atelier.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laisse la diapo affichée pendant la sortie.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0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6783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29646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503920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66783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429646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66783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29646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JERUSALEM GEEKS  ·  JEREMIAH GEEKS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920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</a:t>
            </a:r>
            <a:pPr indent="0" marL="0">
              <a:buNone/>
            </a:pPr>
            <a:r>
              <a:rPr lang="en-US" sz="6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64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6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7  —  « On ne joue pas deux fois au même endroit »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24 octobre 2026   ·   12 h - 14 h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754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1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votre jeu apprend à dire non.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D'AUJOURD'HUI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question dans une question.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344424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461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case libre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490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contient encore son numéro. C'est notre indice.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58640" y="2286000"/>
            <a:ext cx="344424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87240" y="2514600"/>
            <a:ext cx="566928" cy="56692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872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587240" y="32461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if dans le if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4587240" y="37490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espaces, puis 8. Le décalage dit qui est dans qui.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077200" y="2286000"/>
            <a:ext cx="3444240" cy="2651760"/>
          </a:xfrm>
          <a:prstGeom prst="roundRect">
            <a:avLst>
              <a:gd name="adj" fmla="val 2759"/>
            </a:avLst>
          </a:prstGeom>
          <a:solidFill>
            <a:srgbClr val="EAF7E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30580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058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305800" y="32461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305800" y="37490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joueurs posent, et le jeu refuse une case prise.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13 h 20, on est dans le projet.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15 - 12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793224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33888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93224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33888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93224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33888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6459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5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65176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FLASH</a:t>
            </a:r>
            <a:endParaRPr lang="en-US" sz="5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questions, 7 minutes. Les cartes de couleur, comme d'habitude.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SIX QUESTIONS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lire une par une.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equipe = ["A","B","C"]  →  print(equipe[1])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print(equipe[3])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case 7 est à quel indice ?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plateau[case] au lieu de plateau[case - 1]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equipe[0] = "Z"  puis  print(equipe)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"1" et pas 1 dans la liste ?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 sur la diapo suivante — ne la montrez qu'après.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phrase d'explication, pas plus.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IndexError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symbole se pose à côté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['Z', 'B', 'C']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pouvoir l'afficher avec le +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DU JOUR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011680"/>
            <a:ext cx="9509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Joyce joue la case 5.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Gedeon joue la case 5.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O a mangé le X.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Est-ce qu'on a le droit, au morpion ?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 À RÉSOUDRE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savoir qu'une case est libre ?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194560"/>
          </a:xfrm>
          <a:prstGeom prst="roundRect">
            <a:avLst>
              <a:gd name="adj" fmla="val 333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plateau = ["1", "2", "3", "4", "X", "6", "7", "8", "9"]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= 3   -&gt;  plateau[2] contient "3"   : LIBRE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= 5   -&gt;  plateau[4] contient "X"   : PRISE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892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case libre contient ENCORE SON NUMÉRO :  plateau[case - 1] == str(case)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32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NOTION DU JOUR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if dans le if.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651760"/>
          </a:xfrm>
          <a:prstGeom prst="roundRect">
            <a:avLst>
              <a:gd name="adj" fmla="val 2759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case &gt; 9: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print("Cette case n'existe pas !")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plateau[case - 1] == str(case):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plateau[case - 1] = "X"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print("Case deja prise !")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51206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2020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53492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deuxième question ne se pose QUE SI la réponse à la première est non.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NE RÉPARE PAS AUJOURD'HUI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Tapez 0.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640080" y="265176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8803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symbole se pose dans la case 9.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0292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mot-là, ET, on l'apprend à la séance 9.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5961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59612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Notez le bug sur un papier. On y revient — c'est une promesse.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40233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2020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0120" y="4251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 réparer il faudrait dire : plus grand que 0 ET plus petit que 10.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videur de la case.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3591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un numéro de case, et le transformer en nombre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3035808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035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108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case n'existe pas (plus de 9) → « Cette case n'existe pas ! »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785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8587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Sinon, si elle est libre → « Case libre, tu peux jouer ! »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" y="4535424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535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6085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 → « Deja prise ! »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fichier : videur.py  ·  Teste les trois chemins : 3, puis 5, puis 12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- 13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86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minutes. Levez-vous, sortez, bougez.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 — LE PROJET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refuse.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011680"/>
            <a:ext cx="10881360" cy="2560320"/>
          </a:xfrm>
          <a:prstGeom prst="roundRect">
            <a:avLst>
              <a:gd name="adj" fmla="val 2857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240280"/>
            <a:ext cx="10241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Joyce, quelle case ? 5          Gedeon, quelle case ? 5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Joyce pose un X sur la case 5.  La case 5 est deja prise !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| 2 | 3                      1 | 2 | 3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                    ---+---+---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| X | 6                      4 | X | 6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                    ---+---+---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| 8 | 9                      7 | 8 | 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800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le if dans le if pour le joueur 1   ② recopier le bloc pour le joueur 2 (X → O)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20293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recopier les cinq lignes d'affichage à la fin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les trois chemins avant d'appeler : une case libre, la même case, une case folle.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L'ÉCRAN DEVIENT ROUGE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du jour.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rouge est une information. Lis-le, il te dit où chercher.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224028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23682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IndentationError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2377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2e if n'est pas décalé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3682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Il est dans le else : 4 espaces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898648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3026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ça se pose quand même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0358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pose est hors du if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02666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Relis les décalages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557016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14400" y="36850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36941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str(case) oublié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36850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On compare du texte avec du texte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4215384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1440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deux messages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43525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print en trop hors du else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4343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Un seul message par chemin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873752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14400" y="50017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case reste prenable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251960" y="50109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comparaison porte sur case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50017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Compare plateau[case-1]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1791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8326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81791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8326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81791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8326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554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SAMEDI PROCHAIN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94560"/>
            <a:ext cx="9509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n°2 :</a:t>
            </a:r>
            <a:endParaRPr lang="en-US" sz="3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heures pour tout solidifier.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11480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jeu dit non. Mais il faut recopier le bloc à chaque tour…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pour neuf tours, ce serait neuf fois.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303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À samedi, les Geeks !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Seance 7 - On ne joue pas deux fois au même endroit</dc:title>
  <dc:subject>PptxGenJS Presentation</dc:subject>
  <dc:creator>Jerusalem Geeks &amp; Jeremiah Geeks</dc:creator>
  <cp:lastModifiedBy>Jerusalem Geeks &amp; Jeremiah Geeks</cp:lastModifiedBy>
  <cp:revision>1</cp:revision>
  <dcterms:created xsi:type="dcterms:W3CDTF">2026-10-17T12:22:30Z</dcterms:created>
  <dcterms:modified xsi:type="dcterms:W3CDTF">2026-10-17T12:22:30Z</dcterms:modified>
</cp:coreProperties>
</file>