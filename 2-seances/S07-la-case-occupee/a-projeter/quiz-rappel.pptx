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Affichée pendant que les élèves s'installent. On rappelle la règle : tout le monde lève sa carte EN MÊME TEMPS, au signal. Personne ne parle. C'est ce qui permet de voir d'un coup d'œil qui a compris, sans interroger personne.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enchaîne tout de suite sur la leçon. Le quiz ne se commente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65792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53344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65792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53344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765792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53344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7  ·  LES LISTES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7 minutes.  Ce qu'on a appris samedi dernier, et qui sert toute la journée.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148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0965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114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ROUGE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59028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5720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5902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BLEUE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06577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50474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065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ORANGE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54126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5229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55412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VERTE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 = ["A", "B", "C"]</a:t>
            </a:r>
            <a:endParaRPr lang="en-US" sz="2200" dirty="0"/>
          </a:p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print(equipe[1])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55117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236976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236976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236976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966210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966210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966210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695444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695444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695444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424678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424678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424678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 = ["A", "B", "C"]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print(equipe[1])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8470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3957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9443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5511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5511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85616"/>
            <a:ext cx="10881360" cy="2267712"/>
          </a:xfrm>
          <a:prstGeom prst="roundRect">
            <a:avLst>
              <a:gd name="adj" fmla="val 3226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9684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352544"/>
            <a:ext cx="101498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rangs partent de ZÉRO : A est au rang 0, B au rang 1, C au rang 2.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print(equipe[3])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671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2852928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852928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2852928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IndexError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678174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678174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78174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503420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503420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503420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n'affiche rien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328666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328666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328666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print(equipe[3])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6184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1671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2951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157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 : IndexError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3225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3225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57016"/>
            <a:ext cx="10881360" cy="2496312"/>
          </a:xfrm>
          <a:prstGeom prst="roundRect">
            <a:avLst>
              <a:gd name="adj" fmla="val 2930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739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23944"/>
            <a:ext cx="1014984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éléments, donc les rangs 0, 1 et 2. Le rang 3 n'existe pas : IndexError.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case 7 du plateau est à quel indice 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65960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965960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012948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12948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12948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059936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59936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106924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06924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06924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case 7 du plateau est à quel indice 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FB765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1636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57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098280" y="1664208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664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65576"/>
            <a:ext cx="10149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= case − 1. Toujours un de moins. C'est la ligne la plus utile des deux mois.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plateau[case] = "X"      ← le - 1 a été oublié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671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case = 3, que se passe-t-il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2852928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852928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2852928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X se pose sur la case 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678174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678174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78174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503420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503420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503420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X se pose sur la case 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328666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328666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328666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se passe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plateau[case] = "X"      ← le - 1 a été oublié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6184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case = 3, que se passe-t-il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1671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2951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157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X se pose sur la case 4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3225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3225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57016"/>
            <a:ext cx="10881360" cy="2496312"/>
          </a:xfrm>
          <a:prstGeom prst="roundRect">
            <a:avLst>
              <a:gd name="adj" fmla="val 2930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739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23944"/>
            <a:ext cx="1014984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le − 1, tout se décale d'une case. Et Python ne dit RIEN : c'est pour ça que ce bug est le plus traître de tous.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equipe[0] = "Z"</a:t>
            </a:r>
            <a:endParaRPr lang="en-US" sz="2200" dirty="0"/>
          </a:p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print(equipe)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55117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236976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236976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236976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['A', 'B', 'C']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966210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966210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966210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['Z', 'B', 'C']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695444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695444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695444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['A', 'B', 'Z']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424678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424678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424678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equipe[0] = "Z"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print(equipe)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8470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3957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9443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['Z', 'B', 'C']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5511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5511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85616"/>
            <a:ext cx="10881360" cy="2267712"/>
          </a:xfrm>
          <a:prstGeom prst="roundRect">
            <a:avLst>
              <a:gd name="adj" fmla="val 3226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9684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352544"/>
            <a:ext cx="101498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equipe[0] est le PREMIER élément. On remplace A par Z, dans la liste elle-même : elle a vraiment changé.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écrit-on ["1", "2", "3"] avec des guillemets, et pas [1, 2, 3] 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65960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965960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 que Python l'exige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012948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12948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12948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que ce soit plus joli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059936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59936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pouvoir les coller à du texte avec le +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106924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06924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06924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aucune raison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écrit-on ["1", "2", "3"] avec des guillemets, et pas [1, 2, 3] 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1636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57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pouvoir les coller à du texte avec le +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098280" y="1664208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664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65576"/>
            <a:ext cx="10149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plateau s'affiche avec des +, et le + ne sait coller que du texte. Si les cases étaient des nombres, ce serait TypeError.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plateau se souvient.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on peut encore jouer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fois au même endroit.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n'empêche le joueur 2 d'écraser le X du joueur 1. Aujourd'hui, le jeu va refuser.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" y="5358384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2020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554126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indice = case - 1          ← on le garde au tableau toute la journée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flash — séance 7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2026-10-17T12:22:30Z</dcterms:created>
  <dcterms:modified xsi:type="dcterms:W3CDTF">2026-10-17T12:22:30Z</dcterms:modified>
</cp:coreProperties>
</file>