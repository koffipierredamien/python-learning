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phrases, on ne détaille rien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 une question, « 3, 2, 1 — cartes en l'air », je compte à vue, j'explique en une phrase. Aucun résultat individuel n'est commenté.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question à la fois. On laisse 15 secondes, puis cartes en l'air.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ne s'attarde pas : 7 minutes au total pour le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Faites une vraie partie devant eux avec le jeu de la séance 10, alignez trois X, et continuez à jouer.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Laissez-les chercher. Ils en trouveront 6 ou 7. Comptez ensemble jusqu'à 8, et laissez les triplets au tableau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Tapez les deux premiers devant eux, lentement. Les six autres, ils les recopient de l'aide-mémoire. Dites que c'est long et qu'il existe mieux : on l'apprendra.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Montrez le piège en direct : déplacez la ligne dans la boucle et jouez une victoire. Rien ne s'arrête.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vérifier que GEEKS/mon_xo/jeu.py est ouvert sur chaque poste.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4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11  —  « Le jeu sait qui gagne »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21 novembre 2026   ·   12 h - 14 h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754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votre jeu est fini. Et on y joue.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Huit lignes, et une partie qui s'arrête.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Gagner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cases égales entre elles. Rien de plus.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2900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576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8 lignes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lignes, 3 colonnes, 2 diagonales. On les compte ensemble.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S'arrêter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tour &lt; 9 and gagnant == ""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23544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354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544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élèves jouent devant la classe. Pour de vrai.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13 h 45, on joue. Ce moment-là, on ne le sacrifie pas.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15 - 12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6459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5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65176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FLASH</a:t>
            </a:r>
            <a:endParaRPr lang="en-US" sz="5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questions, 7 minutes. Les cartes de couleur, comme d'habitude.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SIX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lire une par une.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0 · while tour &lt; 3 · print("A") · tour = tour + 1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oublie tour = tour + 1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fait Ctrl + C ?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alterner X et O ?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doit être tour = tour + 1 ?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print collé à gauche après la boucle ?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 sur la diapo suivante — ne la montrez qu'après.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phrase d'explication, pas plus.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fois 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sans fin → Ctrl + C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arrête le programme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if qui remet l'autre symbole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le if du coup valide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fois, à la fin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DU JOUR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011680"/>
            <a:ext cx="9509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X alignés.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continue bêtement.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ne voit rien.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on lui apprend à regarder.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GRILLE, EN INDICES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Donnez-moi toutes les façons de gagner.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468880"/>
          </a:xfrm>
          <a:prstGeom prst="roundRect">
            <a:avLst>
              <a:gd name="adj" fmla="val 296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 | 1 | 2        3 lignes    : 0-1-2  3-4-5  6-7-8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3 colonnes  : 0-3-6  1-4-7  2-5-8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| 4 | 5        2 diagonales: 0-4-8  2-4-6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| 7 | 8        =  HUIT au total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51663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les trois cases contiennent LA MÊME CHOSE, c'est gagné.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BLOC À RECOPIER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Huit fois la même idée.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plateau[0] == plateau[1] and plateau[1] == plateau[2]: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gagnant = plateau[0]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et les sept autres, sur le même modèle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3949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les cases vides ? "1", "2", "3" ne seront jamais égaux : rien ne se déclenche.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6188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961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fait à la séance 6 sert encore aujourd'hui. C'est ça, bien concevoir.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44805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020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0120" y="47091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bloc se place DANS la boucle, juste APRÈS la pose du symbole.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S'ARRÊTE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raisons de s'arrêter.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1645920"/>
          </a:xfrm>
          <a:prstGeom prst="roundRect">
            <a:avLst>
              <a:gd name="adj" fmla="val 4444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gagnant = ""                            &lt;- AVANT la boucle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tour &lt; 9 and gagnant == "":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120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120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plateau est plein, OU quelqu'un a gagné.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68756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6875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 que les deux conditions sont vraies, on continue.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42062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4434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gagnant = ""  est DANS la boucle, la partie ne s'arrête jamais.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- 13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— LE PROJET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complet.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011680"/>
            <a:ext cx="10881360" cy="2103120"/>
          </a:xfrm>
          <a:prstGeom prst="roundRect">
            <a:avLst>
              <a:gd name="adj" fmla="val 3478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24028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 | X | X          ===================================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     BRAVO Joyce ! LES X ONT GAGNE !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 | O | 6          ===================================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| 8 | 9          ... ou bien :   MATCH NUL 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343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gagnant = ""   ② while tour &lt; 9 and gagnant == "":   ③ LE GRAND BLOC des 8 if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74573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l'échange des joueurs (déjà écrit)   ⑤ le verdict : X, O, ou match nul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minutes. Le bloc des 8 if est sur ton aide-mémoire : recopie-le exactement.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du jour.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est une information. Lis-le, il te dit où chercher.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24028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23682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ça ne s'arrête pas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gagnant = "" remis dans la boucle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3682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La boîte se crée une fois, avant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898648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3026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gagnant s'appelle « 5 »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0358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bloc est AVANT la pose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266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On teste après avoir joué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57016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14400" y="36850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toujours match nul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6941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bloc est APRÈS la boucle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6850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Il doit être dedans, à chaque coup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4215384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144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IndentationError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43525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8 if mal décalés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Ils sont dans le if du coup valide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873752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14400" y="5001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251960" y="5010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and oublié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50017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Relis ta ligne à voix haute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écrit un jeu.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vrai.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11480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règles, un vainqueur, un match nul.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: on le teste à fond, on le fignole — et on fait un TOURNOI.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303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11 - Le jeu sait qui gagne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2026-10-16T20:42:26Z</dcterms:created>
  <dcterms:modified xsi:type="dcterms:W3CDTF">2026-10-16T20:42:26Z</dcterms:modified>
</cp:coreProperties>
</file>