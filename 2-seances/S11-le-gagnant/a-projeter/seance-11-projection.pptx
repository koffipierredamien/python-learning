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affichée pendant que les élèves entrent.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phrases, on ne détaille rien ici.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 une question, « 3, 2, 1 — cartes en l'air », je compte à vue, j'explique en une phrase. Aucun résultat individuel n'est commenté.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question à la fois. On laisse 15 secondes, puis cartes en l'air.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ne s'attarde pas : 7 minutes au total pour le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Faites une vraie partie devant eux avec le jeu de la séance 10, alignez trois X, et continuez à jouer.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Laissez-les chercher. Ils en trouveront 6 ou 7. Comptez ensemble jusqu'à 8, et laissez les triplets au tableau toute la séance.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Tapez les deux premiers devant eux, lentement. Les six autres, ils les recopient de l'aide-mémoire. Dites que c'est long et qu'il existe mieux : on l'apprendra.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Montrez le piège en direct : déplacez la ligne dans la boucle et jouez une victoire. Rien ne s'arrête.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Pendant la pause : vérifier que GEEKS/mon_xo/jeu.py est ouvert sur chaque poste.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à laisser affichée pendant tout l'atelier.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laisse la diapo affichée pendant la sortie.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0" y="14173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466783" y="14173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429646" y="14173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503920" y="23801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466783" y="23801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429646" y="23801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33430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466783" y="33430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429646" y="33430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1371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JERUSALEM GEEKS  ·  JEREMIAH GEEKS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1920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JEU </a:t>
            </a:r>
            <a:pPr indent="0" marL="0">
              <a:buNone/>
            </a:pPr>
            <a:r>
              <a:rPr lang="en-US" sz="6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pPr indent="0" marL="0">
              <a:buNone/>
            </a:pPr>
            <a:r>
              <a:rPr lang="en-US" sz="64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6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1546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11  —  « Le jeu sait qui gagne »</a:t>
            </a:r>
            <a:endParaRPr lang="en-US" sz="27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samedi 21 novembre 2026   ·   12 h - 14 h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7548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Aujourd'hui, votre jeu est fini. Et on y joue.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15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PROGRAMME D'AUJOURD'HUI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Huit lignes, et une partie qui s'arrête.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40080" y="228600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2514600"/>
            <a:ext cx="566928" cy="566928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246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Gagner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7490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cases égales entre elles. Rien de plus.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429000" y="228600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0" y="2514600"/>
            <a:ext cx="566928" cy="56692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5760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3246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8 lignes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7490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lignes, 3 colonnes, 2 diagonales. On les compte ensemble.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17920" y="228600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2514600"/>
            <a:ext cx="566928" cy="566928"/>
          </a:xfrm>
          <a:prstGeom prst="ellipse">
            <a:avLst/>
          </a:prstGeom>
          <a:solidFill>
            <a:srgbClr val="13678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4652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3246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36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S'arrêter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37490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tour &lt; 9 and gagnant == ""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006840" y="228600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EAF7EF"/>
          </a:solidFill>
          <a:ln/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235440" y="2514600"/>
            <a:ext cx="566928" cy="56692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235440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9235440" y="32461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PARTIE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235440" y="374904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élèves jouent devant la classe. Pour de vrai.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13 h 45, on joue. Ce moment-là, on ne le sacrifie pas.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15 - 12 h 22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052560" y="1005840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793224" y="1005840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33888" y="1005840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0" y="1746504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793224" y="1746504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533888" y="1746504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052560" y="2487168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793224" y="2487168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33888" y="2487168"/>
            <a:ext cx="548640" cy="548640"/>
          </a:xfrm>
          <a:prstGeom prst="roundRect">
            <a:avLst>
              <a:gd name="adj" fmla="val 3333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16459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5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65176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FLASH</a:t>
            </a:r>
            <a:endParaRPr lang="en-US" sz="5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65760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questions, 7 minutes. Les cartes de couleur, comme d'habitude.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16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SIX QUESTIONS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lire une par une.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40080" y="1965960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2075688"/>
            <a:ext cx="384048" cy="38404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21214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tour = 0 · while tour &lt; 3 · print("A") · tour = tour + 1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2679192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" y="2788920"/>
            <a:ext cx="384048" cy="38404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4672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353312" y="2834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oublie tour = tour + 1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3392424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3502152"/>
            <a:ext cx="384048" cy="38404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4672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353312" y="35478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fait Ctrl + C ?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4105656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4672" y="4215384"/>
            <a:ext cx="384048" cy="38404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0467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353312" y="426110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alterner X et O ?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40080" y="4818888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4672" y="4928616"/>
            <a:ext cx="384048" cy="38404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04672" y="4928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353312" y="497433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doit être tour = tour + 1 ?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40080" y="5532120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4672" y="5641848"/>
            <a:ext cx="384048" cy="38404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04672" y="5641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353312" y="56875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print collé à gauche après la boucle ?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réponses sur la diapo suivante — ne la montrez qu'après.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20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RÉPONSES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phrase d'explication, pas plus.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40080" y="1965960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2FAF5"/>
          </a:solidFill>
          <a:ln w="19050">
            <a:solidFill>
              <a:srgbClr val="B8E6CA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2075688"/>
            <a:ext cx="384048" cy="38404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21214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fois 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2679192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2FAF5"/>
          </a:solidFill>
          <a:ln w="19050">
            <a:solidFill>
              <a:srgbClr val="B8E6CA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" y="2788920"/>
            <a:ext cx="384048" cy="38404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4672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353312" y="2834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sans fin → Ctrl + C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3392424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2FAF5"/>
          </a:solidFill>
          <a:ln w="19050">
            <a:solidFill>
              <a:srgbClr val="B8E6CA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3502152"/>
            <a:ext cx="384048" cy="38404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4672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353312" y="35478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arrête le programme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4105656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2FAF5"/>
          </a:solidFill>
          <a:ln w="19050">
            <a:solidFill>
              <a:srgbClr val="B8E6CA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4672" y="4215384"/>
            <a:ext cx="384048" cy="38404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0467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353312" y="426110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if qui remet l'autre symbole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40080" y="4818888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2FAF5"/>
          </a:solidFill>
          <a:ln w="19050">
            <a:solidFill>
              <a:srgbClr val="B8E6CA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4672" y="4928616"/>
            <a:ext cx="384048" cy="38404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04672" y="4928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353312" y="497433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if du coup valide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40080" y="5532120"/>
            <a:ext cx="10881360" cy="603504"/>
          </a:xfrm>
          <a:prstGeom prst="roundRect">
            <a:avLst>
              <a:gd name="adj" fmla="val 12121"/>
            </a:avLst>
          </a:prstGeom>
          <a:solidFill>
            <a:srgbClr val="F2FAF5"/>
          </a:solidFill>
          <a:ln w="19050">
            <a:solidFill>
              <a:srgbClr val="B8E6CA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4672" y="5641848"/>
            <a:ext cx="384048" cy="38404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04672" y="5641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353312" y="56875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fois, à la fin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22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869680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635033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400386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0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35033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400386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869680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635033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400386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DU JOUR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011680"/>
            <a:ext cx="9509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X alignés.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jeu continue bêtement.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ne voit rien.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48056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Aujourd'hui, on lui apprend à regarder.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24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GRILLE, EN INDICES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Donnez-moi toutes les façons de gagner.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640080" y="2103120"/>
            <a:ext cx="10881360" cy="2468880"/>
          </a:xfrm>
          <a:prstGeom prst="roundRect">
            <a:avLst>
              <a:gd name="adj" fmla="val 2963"/>
            </a:avLst>
          </a:prstGeom>
          <a:solidFill>
            <a:srgbClr val="1212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233172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 | 1 | 2        3 lignes    : 0-1-2  3-4-5  6-7-8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---+---+---       3 colonnes  : 0-3-6  1-4-7  2-5-8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| 4 | 5        2 diagonales: 0-4-8  2-4-6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---+---+---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| 7 | 8        =  HUIT au total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6D8"/>
          </a:solidFill>
          <a:ln w="19050">
            <a:solidFill>
              <a:srgbClr val="D79A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51663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les trois cases contiennent LA MÊME CHOSE, c'est gagné.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35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BLOC À RECOPIER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Huit fois la même idée.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640080" y="2103120"/>
            <a:ext cx="10881360" cy="2011680"/>
          </a:xfrm>
          <a:prstGeom prst="roundRect">
            <a:avLst>
              <a:gd name="adj" fmla="val 3636"/>
            </a:avLst>
          </a:prstGeom>
          <a:solidFill>
            <a:srgbClr val="1212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233172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plateau[0] == plateau[1] and plateau[1] == plateau[2]: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gagnant = plateau[0]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et les sept autres, sur le même modèle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3949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53949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les cases vides ? "1", "2", "3" ne seront jamais égaux : rien ne se déclenche.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96188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596188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choix fait à la séance 6 sert encore aujourd'hui. C'est ça, bien concevoir.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448056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2020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0120" y="47091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bloc se place DANS la boucle, juste APRÈS la pose du symbole.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50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BOUCLE S'ARRÊTE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raisons de s'arrêter.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640080" y="2103120"/>
            <a:ext cx="10881360" cy="1645920"/>
          </a:xfrm>
          <a:prstGeom prst="roundRect">
            <a:avLst>
              <a:gd name="adj" fmla="val 4444"/>
            </a:avLst>
          </a:prstGeom>
          <a:solidFill>
            <a:srgbClr val="1212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233172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gagnant = ""                            &lt;- AVANT la boucle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tour &lt; 9 and gagnant == "":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120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5120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plateau est plein, OU quelqu'un a gagné.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68756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56875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 que les deux conditions sont vraies, on continue.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420624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6D8"/>
          </a:solidFill>
          <a:ln w="19050">
            <a:solidFill>
              <a:srgbClr val="D79A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4434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 gagnant = ""  est DANS la boucle, la partie ne s'arrête jamais.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- 13 h 10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18288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971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86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minutes. Levez-vous, sortez, bougez.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10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VOUS — LE PROJET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jeu complet.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40080" y="2011680"/>
            <a:ext cx="10881360" cy="2103120"/>
          </a:xfrm>
          <a:prstGeom prst="roundRect">
            <a:avLst>
              <a:gd name="adj" fmla="val 3478"/>
            </a:avLst>
          </a:prstGeom>
          <a:solidFill>
            <a:srgbClr val="1212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224028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| X | X          ===================================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---+---+---            BRAVO Joyce ! LES X ONT GAGNE !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 | O | 6          ===================================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---+---+---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| 8 | 9          ... ou bien :   MATCH NUL !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343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gagnant = ""   ② while tour &lt; 9 and gagnant == "":   ③ LE GRAND BLOC des 8 if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74573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l'échange des joueurs (déjà écrit)   ⑤ le verdict : X, O, ou match nul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minutes. Le bloc des 8 if est sur ton aide-mémoire : recopie-le exactement.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10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6B2D8F">
              <a:alpha val="3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5720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L'ÉCRAN DEVIENT ROUGE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erreurs du jour.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6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rouge est une information. Lis-le, il te dit où chercher.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224028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23682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ça ne s'arrête pas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251960" y="2377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gagnant = "" remis dans la boucle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3682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 boîte se crée une fois, avant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2898648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30266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gagnant s'appelle « 5 »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251960" y="30358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bloc est AVANT la pose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30266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 teste après avoir joué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3557016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14400" y="3685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toujours match nul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251960" y="36941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bloc est APRÈS la boucle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36850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Il doit être dedans, à chaque coup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4215384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14400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IndentationError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251960" y="43525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8 if mal décalés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4343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Ils sont dans le if du coup valide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4873752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  <a:effectLst>
            <a:outerShdw sx="100000" sy="100000" kx="0" ky="0" algn="bl" rotWithShape="0" blurRad="127000" dist="25400" dir="5400000">
              <a:srgbClr val="20204A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14400" y="5001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01B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SyntaxError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51960" y="50109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and oublié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275320" y="5001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C5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Relis ta ligne à voix haute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509760" y="6181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A8A8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h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558016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50599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43182" y="6217920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58016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50599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743182" y="6310503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58016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650599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743182" y="6403086"/>
            <a:ext cx="68580" cy="68580"/>
          </a:xfrm>
          <a:prstGeom prst="roundRect">
            <a:avLst>
              <a:gd name="adj" fmla="val 26667"/>
            </a:avLst>
          </a:prstGeom>
          <a:solidFill>
            <a:srgbClr val="4FC3F7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052560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817913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83266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0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817913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583266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052560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817913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83266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1554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SAMEDI PROCHAIN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194560"/>
            <a:ext cx="9509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avez écrit un jeu.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vrai.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11480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règles, un vainqueur, un match nul.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Samedi : on le teste à fond, on le fignole — et on fait un TOURNOI.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303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À samedi, les Geeks !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Seance 11 - Le jeu sait qui gagne</dc:title>
  <dc:subject>PptxGenJS Presentation</dc:subject>
  <dc:creator>Jerusalem Geeks &amp; Jeremiah Geeks</dc:creator>
  <cp:lastModifiedBy>Jerusalem Geeks &amp; Jeremiah Geeks</cp:lastModifiedBy>
  <cp:revision>1</cp:revision>
  <dcterms:created xsi:type="dcterms:W3CDTF">2026-10-17T12:22:30Z</dcterms:created>
  <dcterms:modified xsi:type="dcterms:W3CDTF">2026-10-17T12:22:30Z</dcterms:modified>
</cp:coreProperties>
</file>