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Affichée pendant que les élèves s'installent. On rappelle la règle : tout le monde lève sa carte EN MÊME TEMPS, au signal. Personne ne parle. C'est ce qui permet de voir d'un coup d'œil qui a compris, sans interroger personne.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lit la question à voix haute, on laisse 20 secondes, puis « cartes en l'air !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Une phrase d'explication, pas plus. On ne commente jamais qui s'est trompé.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lit la question à voix haute, on laisse 20 secondes, puis « cartes en l'air !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Une phrase d'explication, pas plus. On ne commente jamais qui s'est trompé.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lit la question à voix haute, on laisse 20 secondes, puis « cartes en l'air !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Une phrase d'explication, pas plus. On ne commente jamais qui s'est trompé.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lit la question à voix haute, on laisse 20 secondes, puis « cartes en l'air !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Une phrase d'explication, pas plus. On ne commente jamais qui s'est trompé.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lit la question à voix haute, on laisse 20 secondes, puis « cartes en l'air !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Une phrase d'explication, pas plus. On ne commente jamais qui s'est trompé.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lit la question à voix haute, on laisse 20 secondes, puis « cartes en l'air !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Une phrase d'explication, pas plus. On ne commente jamais qui s'est trompé.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enchaîne tout de suite sur la leçon. Le quiz ne se commente pas.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778240" y="1463040"/>
            <a:ext cx="731520" cy="731520"/>
          </a:xfrm>
          <a:prstGeom prst="roundRect">
            <a:avLst>
              <a:gd name="adj" fmla="val 2500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765792" y="1463040"/>
            <a:ext cx="731520" cy="731520"/>
          </a:xfrm>
          <a:prstGeom prst="roundRect">
            <a:avLst>
              <a:gd name="adj" fmla="val 2500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753344" y="1463040"/>
            <a:ext cx="731520" cy="731520"/>
          </a:xfrm>
          <a:prstGeom prst="roundRect">
            <a:avLst>
              <a:gd name="adj" fmla="val 2500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778240" y="2450592"/>
            <a:ext cx="731520" cy="731520"/>
          </a:xfrm>
          <a:prstGeom prst="roundRect">
            <a:avLst>
              <a:gd name="adj" fmla="val 2500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765792" y="2450592"/>
            <a:ext cx="731520" cy="731520"/>
          </a:xfrm>
          <a:prstGeom prst="roundRect">
            <a:avLst>
              <a:gd name="adj" fmla="val 2500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753344" y="2450592"/>
            <a:ext cx="731520" cy="731520"/>
          </a:xfrm>
          <a:prstGeom prst="roundRect">
            <a:avLst>
              <a:gd name="adj" fmla="val 2500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778240" y="3438144"/>
            <a:ext cx="731520" cy="731520"/>
          </a:xfrm>
          <a:prstGeom prst="roundRect">
            <a:avLst>
              <a:gd name="adj" fmla="val 2500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765792" y="3438144"/>
            <a:ext cx="731520" cy="731520"/>
          </a:xfrm>
          <a:prstGeom prst="roundRect">
            <a:avLst>
              <a:gd name="adj" fmla="val 2500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0753344" y="3438144"/>
            <a:ext cx="731520" cy="731520"/>
          </a:xfrm>
          <a:prstGeom prst="roundRect">
            <a:avLst>
              <a:gd name="adj" fmla="val 2500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14173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B0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11  ·  LA BOUCLE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19659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FLASH</a:t>
            </a:r>
            <a:endParaRPr lang="en-US" sz="60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2004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questions, 7 minutes.  Ce qui tourne, ce qui s'arrête, et ce qui doit avancer.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411480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60120" y="4096512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1417320" y="41148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lève ta carte ROUGE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459028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960120" y="457200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1417320" y="459028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lève ta carte BLEUE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5065776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960120" y="5047488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1417320" y="506577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lève ta carte ORANGE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5541264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60120" y="5522976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1417320" y="554126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lève ta carte VERTE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 / 6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378440" y="347472"/>
            <a:ext cx="1143000" cy="566928"/>
          </a:xfrm>
          <a:prstGeom prst="roundRect">
            <a:avLst>
              <a:gd name="adj" fmla="val 12903"/>
            </a:avLst>
          </a:prstGeom>
          <a:solidFill>
            <a:srgbClr val="2020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378440" y="347472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40080" y="1051560"/>
            <a:ext cx="10881360" cy="1993392"/>
          </a:xfrm>
          <a:prstGeom prst="roundRect">
            <a:avLst>
              <a:gd name="adj" fmla="val 3670"/>
            </a:avLst>
          </a:prstGeom>
          <a:solidFill>
            <a:srgbClr val="2020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" y="1280160"/>
            <a:ext cx="1024128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tour = 0</a:t>
            </a:r>
            <a:endParaRPr lang="en-US" sz="20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tour &lt; 3:</a:t>
            </a:r>
            <a:endParaRPr lang="en-US" sz="20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print("A")</a:t>
            </a:r>
            <a:endParaRPr lang="en-US" sz="20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tour = tour + 1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319272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Combien de A s'affichent ?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40080" y="4005072"/>
            <a:ext cx="10881360" cy="372618"/>
          </a:xfrm>
          <a:prstGeom prst="roundRect">
            <a:avLst>
              <a:gd name="adj" fmla="val 19632"/>
            </a:avLst>
          </a:prstGeom>
          <a:solidFill>
            <a:srgbClr val="1B1B3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" y="4005072"/>
            <a:ext cx="457200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4005072"/>
            <a:ext cx="9692640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40080" y="4542282"/>
            <a:ext cx="10881360" cy="372618"/>
          </a:xfrm>
          <a:prstGeom prst="roundRect">
            <a:avLst>
              <a:gd name="adj" fmla="val 19632"/>
            </a:avLst>
          </a:prstGeom>
          <a:solidFill>
            <a:srgbClr val="1B1B3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4400" y="4542282"/>
            <a:ext cx="457200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4542282"/>
            <a:ext cx="9692640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40080" y="5079492"/>
            <a:ext cx="10881360" cy="372618"/>
          </a:xfrm>
          <a:prstGeom prst="roundRect">
            <a:avLst>
              <a:gd name="adj" fmla="val 19632"/>
            </a:avLst>
          </a:prstGeom>
          <a:solidFill>
            <a:srgbClr val="1B1B3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14400" y="5079492"/>
            <a:ext cx="457200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1554480" y="5079492"/>
            <a:ext cx="9692640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40080" y="5616702"/>
            <a:ext cx="10881360" cy="372618"/>
          </a:xfrm>
          <a:prstGeom prst="roundRect">
            <a:avLst>
              <a:gd name="adj" fmla="val 19632"/>
            </a:avLst>
          </a:prstGeom>
          <a:solidFill>
            <a:srgbClr val="1B1B38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14400" y="5616702"/>
            <a:ext cx="457200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1554480" y="5616702"/>
            <a:ext cx="9692640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fin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26880" y="618134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réponse 1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1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96012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EFEFF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1115568"/>
            <a:ext cx="1024128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41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tour = 0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41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tour &lt; 3: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41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print("A")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41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tour = tour + 1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230428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Combien de A s'affichent ?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2852928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FB74D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1005840" y="298094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 ORANGE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3401568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500" dirty="0"/>
          </a:p>
        </p:txBody>
      </p:sp>
      <p:sp>
        <p:nvSpPr>
          <p:cNvPr id="19" name="Shape 17"/>
          <p:cNvSpPr/>
          <p:nvPr/>
        </p:nvSpPr>
        <p:spPr>
          <a:xfrm>
            <a:off x="9098280" y="3008376"/>
            <a:ext cx="2057400" cy="420624"/>
          </a:xfrm>
          <a:prstGeom prst="roundRect">
            <a:avLst>
              <a:gd name="adj" fmla="val 17391"/>
            </a:avLst>
          </a:prstGeom>
          <a:solidFill>
            <a:srgbClr val="2FB76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098280" y="3008376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BONNE RÉPONSE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4242816"/>
            <a:ext cx="10881360" cy="1810512"/>
          </a:xfrm>
          <a:prstGeom prst="roundRect">
            <a:avLst>
              <a:gd name="adj" fmla="val 4040"/>
            </a:avLst>
          </a:prstGeom>
          <a:solidFill>
            <a:srgbClr val="FFFAF0"/>
          </a:solidFill>
          <a:ln w="19050">
            <a:solidFill>
              <a:srgbClr val="A65D00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1005840" y="442569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05840" y="4809744"/>
            <a:ext cx="101498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 vaut 0, puis 1, puis 2 : trois passages. À 3, la condition devient fausse et la boucle s'arrête.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 / 6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378440" y="347472"/>
            <a:ext cx="1143000" cy="566928"/>
          </a:xfrm>
          <a:prstGeom prst="roundRect">
            <a:avLst>
              <a:gd name="adj" fmla="val 12903"/>
            </a:avLst>
          </a:prstGeom>
          <a:solidFill>
            <a:srgbClr val="2020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378440" y="347472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40080" y="1051560"/>
            <a:ext cx="10881360" cy="1609344"/>
          </a:xfrm>
          <a:prstGeom prst="roundRect">
            <a:avLst>
              <a:gd name="adj" fmla="val 4545"/>
            </a:avLst>
          </a:prstGeom>
          <a:solidFill>
            <a:srgbClr val="2020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" y="1280160"/>
            <a:ext cx="1024128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tour = 0</a:t>
            </a:r>
            <a:endParaRPr lang="en-US" sz="20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tour &lt; 3:</a:t>
            </a:r>
            <a:endParaRPr lang="en-US" sz="20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print("A")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2935224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oublié une ligne. Que se passe-t-il ?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40080" y="3621024"/>
            <a:ext cx="10881360" cy="468630"/>
          </a:xfrm>
          <a:prstGeom prst="roundRect">
            <a:avLst>
              <a:gd name="adj" fmla="val 15610"/>
            </a:avLst>
          </a:prstGeom>
          <a:solidFill>
            <a:srgbClr val="1B1B3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" y="3621024"/>
            <a:ext cx="45720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3621024"/>
            <a:ext cx="96926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 affiche A une fois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40080" y="4254246"/>
            <a:ext cx="10881360" cy="468630"/>
          </a:xfrm>
          <a:prstGeom prst="roundRect">
            <a:avLst>
              <a:gd name="adj" fmla="val 15610"/>
            </a:avLst>
          </a:prstGeom>
          <a:solidFill>
            <a:srgbClr val="1B1B3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4400" y="4254246"/>
            <a:ext cx="45720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4254246"/>
            <a:ext cx="96926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 affiche A sans fin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40080" y="4887468"/>
            <a:ext cx="10881360" cy="468630"/>
          </a:xfrm>
          <a:prstGeom prst="roundRect">
            <a:avLst>
              <a:gd name="adj" fmla="val 15610"/>
            </a:avLst>
          </a:prstGeom>
          <a:solidFill>
            <a:srgbClr val="1B1B3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14400" y="4887468"/>
            <a:ext cx="45720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1554480" y="4887468"/>
            <a:ext cx="96926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erreur rouge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40080" y="5520690"/>
            <a:ext cx="10881360" cy="468630"/>
          </a:xfrm>
          <a:prstGeom prst="roundRect">
            <a:avLst>
              <a:gd name="adj" fmla="val 15610"/>
            </a:avLst>
          </a:prstGeom>
          <a:solidFill>
            <a:srgbClr val="1B1B38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14400" y="5520690"/>
            <a:ext cx="45720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1554480" y="5520690"/>
            <a:ext cx="96926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Rien ne s'affiche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26880" y="618134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réponse 2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96012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EFEFF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1115568"/>
            <a:ext cx="10241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41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tour = 0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41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tour &lt; 3: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41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print("A")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207568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oublié une ligne. Que se passe-t-il ?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2624328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1005840" y="275234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 BLEUE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3172968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 affiche A sans fin</a:t>
            </a:r>
            <a:endParaRPr lang="en-US" sz="2500" dirty="0"/>
          </a:p>
        </p:txBody>
      </p:sp>
      <p:sp>
        <p:nvSpPr>
          <p:cNvPr id="19" name="Shape 17"/>
          <p:cNvSpPr/>
          <p:nvPr/>
        </p:nvSpPr>
        <p:spPr>
          <a:xfrm>
            <a:off x="9098280" y="2779776"/>
            <a:ext cx="2057400" cy="420624"/>
          </a:xfrm>
          <a:prstGeom prst="roundRect">
            <a:avLst>
              <a:gd name="adj" fmla="val 17391"/>
            </a:avLst>
          </a:prstGeom>
          <a:solidFill>
            <a:srgbClr val="2FB76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098280" y="2779776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BONNE RÉPONSE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4014216"/>
            <a:ext cx="10881360" cy="2039112"/>
          </a:xfrm>
          <a:prstGeom prst="roundRect">
            <a:avLst>
              <a:gd name="adj" fmla="val 3587"/>
            </a:avLst>
          </a:prstGeom>
          <a:solidFill>
            <a:srgbClr val="FFFAF0"/>
          </a:solidFill>
          <a:ln w="19050">
            <a:solidFill>
              <a:srgbClr val="A65D00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1005840" y="419709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05840" y="4581144"/>
            <a:ext cx="1014984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Rien ne fait avancer tour : il vaut 0 pour toujours, donc la condition reste vraie pour toujours. Une boucle s'arrête parce que quelque chose avance.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 / 6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378440" y="347472"/>
            <a:ext cx="1143000" cy="566928"/>
          </a:xfrm>
          <a:prstGeom prst="roundRect">
            <a:avLst>
              <a:gd name="adj" fmla="val 12903"/>
            </a:avLst>
          </a:prstGeom>
          <a:solidFill>
            <a:srgbClr val="2020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378440" y="347472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10515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la zone du bas de Thonny, que fait Ctrl + C ?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640080" y="1965960"/>
            <a:ext cx="10881360" cy="882396"/>
          </a:xfrm>
          <a:prstGeom prst="roundRect">
            <a:avLst>
              <a:gd name="adj" fmla="val 8290"/>
            </a:avLst>
          </a:prstGeom>
          <a:solidFill>
            <a:srgbClr val="1B1B3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1965960"/>
            <a:ext cx="45720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1965960"/>
            <a:ext cx="969264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copie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40080" y="3012948"/>
            <a:ext cx="10881360" cy="882396"/>
          </a:xfrm>
          <a:prstGeom prst="roundRect">
            <a:avLst>
              <a:gd name="adj" fmla="val 8290"/>
            </a:avLst>
          </a:prstGeom>
          <a:solidFill>
            <a:srgbClr val="1B1B3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14400" y="3012948"/>
            <a:ext cx="45720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1554480" y="3012948"/>
            <a:ext cx="969264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efface le programme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40080" y="4059936"/>
            <a:ext cx="10881360" cy="882396"/>
          </a:xfrm>
          <a:prstGeom prst="roundRect">
            <a:avLst>
              <a:gd name="adj" fmla="val 8290"/>
            </a:avLst>
          </a:prstGeom>
          <a:solidFill>
            <a:srgbClr val="1B1B3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14400" y="4059936"/>
            <a:ext cx="45720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1554480" y="4059936"/>
            <a:ext cx="969264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enregistre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40080" y="5106924"/>
            <a:ext cx="10881360" cy="882396"/>
          </a:xfrm>
          <a:prstGeom prst="roundRect">
            <a:avLst>
              <a:gd name="adj" fmla="val 8290"/>
            </a:avLst>
          </a:prstGeom>
          <a:solidFill>
            <a:srgbClr val="1B1B38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14400" y="5106924"/>
            <a:ext cx="45720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1554480" y="5106924"/>
            <a:ext cx="969264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arrête un programme qui ne s'arrête plus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26880" y="618134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réponse 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9601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la zone du bas de Thonny, que fait Ctrl + C 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150876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2FB765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1005840" y="163677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 VERTE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205740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arrête un programme qui ne s'arrête plus</a:t>
            </a:r>
            <a:endParaRPr lang="en-US" sz="2500" dirty="0"/>
          </a:p>
        </p:txBody>
      </p:sp>
      <p:sp>
        <p:nvSpPr>
          <p:cNvPr id="17" name="Shape 15"/>
          <p:cNvSpPr/>
          <p:nvPr/>
        </p:nvSpPr>
        <p:spPr>
          <a:xfrm>
            <a:off x="9098280" y="1664208"/>
            <a:ext cx="2057400" cy="420624"/>
          </a:xfrm>
          <a:prstGeom prst="roundRect">
            <a:avLst>
              <a:gd name="adj" fmla="val 17391"/>
            </a:avLst>
          </a:prstGeom>
          <a:solidFill>
            <a:srgbClr val="2FB76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098280" y="1664208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BONNE RÉPONSE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2898648"/>
            <a:ext cx="10881360" cy="3154680"/>
          </a:xfrm>
          <a:prstGeom prst="roundRect">
            <a:avLst>
              <a:gd name="adj" fmla="val 2319"/>
            </a:avLst>
          </a:prstGeom>
          <a:solidFill>
            <a:srgbClr val="FFFAF0"/>
          </a:solidFill>
          <a:ln w="19050">
            <a:solidFill>
              <a:srgbClr val="A65D00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1005840" y="308152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" y="3465576"/>
            <a:ext cx="101498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Ailleurs, oui, Ctrl + C copie. Mais dans la zone du bas, c'est le bouton d'arrêt d'urgence — et vous allez vous en servir.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 / 6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378440" y="347472"/>
            <a:ext cx="1143000" cy="566928"/>
          </a:xfrm>
          <a:prstGeom prst="roundRect">
            <a:avLst>
              <a:gd name="adj" fmla="val 12903"/>
            </a:avLst>
          </a:prstGeom>
          <a:solidFill>
            <a:srgbClr val="2020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378440" y="347472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10515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fait-on alterner X et O, à chaque tour ?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640080" y="1965960"/>
            <a:ext cx="10881360" cy="882396"/>
          </a:xfrm>
          <a:prstGeom prst="roundRect">
            <a:avLst>
              <a:gd name="adj" fmla="val 8290"/>
            </a:avLst>
          </a:prstGeom>
          <a:solidFill>
            <a:srgbClr val="1B1B3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1965960"/>
            <a:ext cx="45720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1965960"/>
            <a:ext cx="969264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un if qui remet l'autre symbole dans la boîte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40080" y="3012948"/>
            <a:ext cx="10881360" cy="882396"/>
          </a:xfrm>
          <a:prstGeom prst="roundRect">
            <a:avLst>
              <a:gd name="adj" fmla="val 8290"/>
            </a:avLst>
          </a:prstGeom>
          <a:solidFill>
            <a:srgbClr val="1B1B3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14400" y="3012948"/>
            <a:ext cx="45720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1554480" y="3012948"/>
            <a:ext cx="969264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deux boucles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40080" y="4059936"/>
            <a:ext cx="10881360" cy="882396"/>
          </a:xfrm>
          <a:prstGeom prst="roundRect">
            <a:avLst>
              <a:gd name="adj" fmla="val 8290"/>
            </a:avLst>
          </a:prstGeom>
          <a:solidFill>
            <a:srgbClr val="1B1B3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14400" y="4059936"/>
            <a:ext cx="45720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1554480" y="4059936"/>
            <a:ext cx="969264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le fait tout seul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40080" y="5106924"/>
            <a:ext cx="10881360" cy="882396"/>
          </a:xfrm>
          <a:prstGeom prst="roundRect">
            <a:avLst>
              <a:gd name="adj" fmla="val 8290"/>
            </a:avLst>
          </a:prstGeom>
          <a:solidFill>
            <a:srgbClr val="1B1B38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14400" y="5106924"/>
            <a:ext cx="45720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1554480" y="5106924"/>
            <a:ext cx="969264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recopie le bloc deux fois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26880" y="618134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réponse 4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4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9601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fait-on alterner X et O, à chaque tour 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150876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F6B6B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1005840" y="163677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 ROUGE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205740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un if qui remet l'autre symbole dans la boîte</a:t>
            </a:r>
            <a:endParaRPr lang="en-US" sz="2500" dirty="0"/>
          </a:p>
        </p:txBody>
      </p:sp>
      <p:sp>
        <p:nvSpPr>
          <p:cNvPr id="17" name="Shape 15"/>
          <p:cNvSpPr/>
          <p:nvPr/>
        </p:nvSpPr>
        <p:spPr>
          <a:xfrm>
            <a:off x="9098280" y="1664208"/>
            <a:ext cx="2057400" cy="420624"/>
          </a:xfrm>
          <a:prstGeom prst="roundRect">
            <a:avLst>
              <a:gd name="adj" fmla="val 17391"/>
            </a:avLst>
          </a:prstGeom>
          <a:solidFill>
            <a:srgbClr val="2FB76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098280" y="1664208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BONNE RÉPONSE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2898648"/>
            <a:ext cx="10881360" cy="3154680"/>
          </a:xfrm>
          <a:prstGeom prst="roundRect">
            <a:avLst>
              <a:gd name="adj" fmla="val 2319"/>
            </a:avLst>
          </a:prstGeom>
          <a:solidFill>
            <a:srgbClr val="FFFAF0"/>
          </a:solidFill>
          <a:ln w="19050">
            <a:solidFill>
              <a:srgbClr val="A65D00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1005840" y="308152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" y="3465576"/>
            <a:ext cx="101498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if, à la fin du tour : si c'était X, on range O ; sinon, on range X. Et on change le nom du joueur en même temps.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 / 6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378440" y="347472"/>
            <a:ext cx="1143000" cy="566928"/>
          </a:xfrm>
          <a:prstGeom prst="roundRect">
            <a:avLst>
              <a:gd name="adj" fmla="val 12903"/>
            </a:avLst>
          </a:prstGeom>
          <a:solidFill>
            <a:srgbClr val="2020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378440" y="347472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10515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Où doit être écrit  tour = tour + 1  ?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640080" y="1965960"/>
            <a:ext cx="10881360" cy="882396"/>
          </a:xfrm>
          <a:prstGeom prst="roundRect">
            <a:avLst>
              <a:gd name="adj" fmla="val 8290"/>
            </a:avLst>
          </a:prstGeom>
          <a:solidFill>
            <a:srgbClr val="1B1B3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1965960"/>
            <a:ext cx="45720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1965960"/>
            <a:ext cx="969264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en haut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40080" y="3012948"/>
            <a:ext cx="10881360" cy="882396"/>
          </a:xfrm>
          <a:prstGeom prst="roundRect">
            <a:avLst>
              <a:gd name="adj" fmla="val 8290"/>
            </a:avLst>
          </a:prstGeom>
          <a:solidFill>
            <a:srgbClr val="1B1B3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14400" y="3012948"/>
            <a:ext cx="45720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1554480" y="3012948"/>
            <a:ext cx="969264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le if du coup valide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40080" y="4059936"/>
            <a:ext cx="10881360" cy="882396"/>
          </a:xfrm>
          <a:prstGeom prst="roundRect">
            <a:avLst>
              <a:gd name="adj" fmla="val 8290"/>
            </a:avLst>
          </a:prstGeom>
          <a:solidFill>
            <a:srgbClr val="1B1B3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14400" y="4059936"/>
            <a:ext cx="45720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1554480" y="4059936"/>
            <a:ext cx="969264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Juste après le while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40080" y="5106924"/>
            <a:ext cx="10881360" cy="882396"/>
          </a:xfrm>
          <a:prstGeom prst="roundRect">
            <a:avLst>
              <a:gd name="adj" fmla="val 8290"/>
            </a:avLst>
          </a:prstGeom>
          <a:solidFill>
            <a:srgbClr val="1B1B38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14400" y="5106924"/>
            <a:ext cx="45720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1554480" y="5106924"/>
            <a:ext cx="969264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la boucle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26880" y="618134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réponse 5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5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9601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Où doit être écrit  tour = tour + 1  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150876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1005840" y="163677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 BLEUE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205740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le if du coup valide</a:t>
            </a:r>
            <a:endParaRPr lang="en-US" sz="2500" dirty="0"/>
          </a:p>
        </p:txBody>
      </p:sp>
      <p:sp>
        <p:nvSpPr>
          <p:cNvPr id="17" name="Shape 15"/>
          <p:cNvSpPr/>
          <p:nvPr/>
        </p:nvSpPr>
        <p:spPr>
          <a:xfrm>
            <a:off x="9098280" y="1664208"/>
            <a:ext cx="2057400" cy="420624"/>
          </a:xfrm>
          <a:prstGeom prst="roundRect">
            <a:avLst>
              <a:gd name="adj" fmla="val 17391"/>
            </a:avLst>
          </a:prstGeom>
          <a:solidFill>
            <a:srgbClr val="2FB76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098280" y="1664208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BONNE RÉPONSE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2898648"/>
            <a:ext cx="10881360" cy="3154680"/>
          </a:xfrm>
          <a:prstGeom prst="roundRect">
            <a:avLst>
              <a:gd name="adj" fmla="val 2319"/>
            </a:avLst>
          </a:prstGeom>
          <a:solidFill>
            <a:srgbClr val="FFFAF0"/>
          </a:solidFill>
          <a:ln w="19050">
            <a:solidFill>
              <a:srgbClr val="A65D00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1005840" y="308152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" y="3465576"/>
            <a:ext cx="101498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coup refusé ne doit pas consommer un tour. Le compteur avance seulement quand le symbole s'est vraiment posé.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6 / 6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378440" y="347472"/>
            <a:ext cx="1143000" cy="566928"/>
          </a:xfrm>
          <a:prstGeom prst="roundRect">
            <a:avLst>
              <a:gd name="adj" fmla="val 12903"/>
            </a:avLst>
          </a:prstGeom>
          <a:solidFill>
            <a:srgbClr val="2020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378440" y="347472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40080" y="1051560"/>
            <a:ext cx="10881360" cy="1609344"/>
          </a:xfrm>
          <a:prstGeom prst="roundRect">
            <a:avLst>
              <a:gd name="adj" fmla="val 4545"/>
            </a:avLst>
          </a:prstGeom>
          <a:solidFill>
            <a:srgbClr val="2020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" y="1280160"/>
            <a:ext cx="1024128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tour &lt; 9:</a:t>
            </a:r>
            <a:endParaRPr lang="en-US" sz="20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20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print("Fini")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2935224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print est collé à gauche. Quand s'affiche-t-il ?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40080" y="3621024"/>
            <a:ext cx="10881360" cy="468630"/>
          </a:xfrm>
          <a:prstGeom prst="roundRect">
            <a:avLst>
              <a:gd name="adj" fmla="val 15610"/>
            </a:avLst>
          </a:prstGeom>
          <a:solidFill>
            <a:srgbClr val="1B1B3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" y="3621024"/>
            <a:ext cx="45720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3621024"/>
            <a:ext cx="96926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chaque tour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40080" y="4254246"/>
            <a:ext cx="10881360" cy="468630"/>
          </a:xfrm>
          <a:prstGeom prst="roundRect">
            <a:avLst>
              <a:gd name="adj" fmla="val 15610"/>
            </a:avLst>
          </a:prstGeom>
          <a:solidFill>
            <a:srgbClr val="1B1B3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4400" y="4254246"/>
            <a:ext cx="45720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4254246"/>
            <a:ext cx="96926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Jamais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40080" y="4887468"/>
            <a:ext cx="10881360" cy="468630"/>
          </a:xfrm>
          <a:prstGeom prst="roundRect">
            <a:avLst>
              <a:gd name="adj" fmla="val 15610"/>
            </a:avLst>
          </a:prstGeom>
          <a:solidFill>
            <a:srgbClr val="1B1B3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14400" y="4887468"/>
            <a:ext cx="45720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1554480" y="4887468"/>
            <a:ext cx="96926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fois, à la fin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40080" y="5520690"/>
            <a:ext cx="10881360" cy="468630"/>
          </a:xfrm>
          <a:prstGeom prst="roundRect">
            <a:avLst>
              <a:gd name="adj" fmla="val 15610"/>
            </a:avLst>
          </a:prstGeom>
          <a:solidFill>
            <a:srgbClr val="1B1B38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14400" y="5520690"/>
            <a:ext cx="45720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1554480" y="5520690"/>
            <a:ext cx="96926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la boucle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26880" y="618134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réponse 6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6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96012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EFEFF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1115568"/>
            <a:ext cx="10241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41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tour &lt; 9: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41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41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print("Fini")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207568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print est collé à gauche. Quand s'affiche-t-il ?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2624328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FB74D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1005840" y="275234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 ORANGE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3172968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fois, à la fin</a:t>
            </a:r>
            <a:endParaRPr lang="en-US" sz="2500" dirty="0"/>
          </a:p>
        </p:txBody>
      </p:sp>
      <p:sp>
        <p:nvSpPr>
          <p:cNvPr id="19" name="Shape 17"/>
          <p:cNvSpPr/>
          <p:nvPr/>
        </p:nvSpPr>
        <p:spPr>
          <a:xfrm>
            <a:off x="9098280" y="2779776"/>
            <a:ext cx="2057400" cy="420624"/>
          </a:xfrm>
          <a:prstGeom prst="roundRect">
            <a:avLst>
              <a:gd name="adj" fmla="val 17391"/>
            </a:avLst>
          </a:prstGeom>
          <a:solidFill>
            <a:srgbClr val="2FB76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098280" y="2779776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BONNE RÉPONSE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4014216"/>
            <a:ext cx="10881360" cy="2039112"/>
          </a:xfrm>
          <a:prstGeom prst="roundRect">
            <a:avLst>
              <a:gd name="adj" fmla="val 3587"/>
            </a:avLst>
          </a:prstGeom>
          <a:solidFill>
            <a:srgbClr val="FFFAF0"/>
          </a:solidFill>
          <a:ln w="19050">
            <a:solidFill>
              <a:srgbClr val="A65D00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1005840" y="419709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05840" y="4581144"/>
            <a:ext cx="1014984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Collé à gauche, il est DEHORS : la boucle finit son travail, et seulement après, il s'affiche. Le décalage décide de tout.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26880" y="618134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22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052560" y="1097280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817913" y="1097280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583266" y="1097280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052560" y="1862633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817913" y="1862633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583266" y="1862633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052560" y="2627986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817913" y="2627986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583266" y="2627986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1463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MAINTENANT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1828800"/>
            <a:ext cx="9692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jeu joue neuf tours.</a:t>
            </a:r>
            <a:endParaRPr lang="en-US" sz="36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il ne sait pas ce qu'il joue.</a:t>
            </a:r>
            <a:endParaRPr lang="en-US" sz="36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374904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0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X alignés, et il continue comme si de rien n'était. Aujourd'hui : il saura qui gagne.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40080" y="4736592"/>
            <a:ext cx="10881360" cy="1298448"/>
          </a:xfrm>
          <a:prstGeom prst="roundRect">
            <a:avLst>
              <a:gd name="adj" fmla="val 5634"/>
            </a:avLst>
          </a:prstGeom>
          <a:solidFill>
            <a:srgbClr val="20204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60120" y="4919472"/>
            <a:ext cx="102412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| 1 | 2        les INDICES, pas les numéros de case</a:t>
            </a:r>
            <a:endParaRPr lang="en-US" sz="17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| 4 | 5</a:t>
            </a:r>
            <a:endParaRPr lang="en-US" sz="17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| 7 | 8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Quiz flash — séance 11</dc:title>
  <dc:subject>PptxGenJS Presentation</dc:subject>
  <dc:creator>Jerusalem Geeks &amp; Jeremiah Geeks</dc:creator>
  <cp:lastModifiedBy>Jerusalem Geeks &amp; Jeremiah Geeks</cp:lastModifiedBy>
  <cp:revision>1</cp:revision>
  <dcterms:created xsi:type="dcterms:W3CDTF">2026-10-17T12:22:31Z</dcterms:created>
  <dcterms:modified xsi:type="dcterms:W3CDTF">2026-10-17T12:22:31Z</dcterms:modified>
</cp:coreProperties>
</file>