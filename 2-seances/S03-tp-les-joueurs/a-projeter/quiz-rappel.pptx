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le monde répond EN MÊME TEMPS, au signal « 3, 2, 1 ». Personne ne recopie son voisin, et on voit d'un seul regard quelle notion n'est pas passée.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Rythme rapide : je lis, « 3, 2, 1 — cartes en l'air », je compte à vue, j'affiche la réponse, une phrase, et j'enchaîne. 45 secondes par question, pas plus : le TP attend.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phrase, celle qui est écrite. On n'ouvre pas de discussion : tout ce qui est flou se travaillera dans le TP, la feuille est faite pour 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Rythme rapide : je lis, « 3, 2, 1 — cartes en l'air », je compte à vue, j'affiche la réponse, une phrase, et j'enchaîne. 45 secondes par question, pas plus : le TP attend.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phrase, celle qui est écrite. On n'ouvre pas de discussion : tout ce qui est flou se travaillera dans le TP, la feuille est faite pour 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Rythme rapide : je lis, « 3, 2, 1 — cartes en l'air », je compte à vue, j'affiche la réponse, une phrase, et j'enchaîne. 45 secondes par question, pas plus : le TP attend.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phrase, celle qui est écrite. On n'ouvre pas de discussion : tout ce qui est flou se travaillera dans le TP, la feuille est faite pour 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Rythme rapide : je lis, « 3, 2, 1 — cartes en l'air », je compte à vue, j'affiche la réponse, une phrase, et j'enchaîne. 45 secondes par question, pas plus : le TP attend.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phrase, celle qui est écrite. On n'ouvre pas de discussion : tout ce qui est flou se travaillera dans le TP, la feuille est faite pour 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Rythme rapide : je lis, « 3, 2, 1 — cartes en l'air », je compte à vue, j'affiche la réponse, une phrase, et j'enchaîne. 45 secondes par question, pas plus : le TP attend.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phrase, celle qui est écrite. On n'ouvre pas de discussion : tout ce qui est flou se travaillera dans le TP, la feuille est faite pour 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Rythme rapide : je lis, « 3, 2, 1 — cartes en l'air », je compte à vue, j'affiche la réponse, une phrase, et j'enchaîne. 45 secondes par question, pas plus : le TP attend.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phrase, celle qui est écrite. On n'ouvre pas de discussion : tout ce qui est flou se travaillera dans le TP, la feuille est faite pour 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Rythme rapide : je lis, « 3, 2, 1 — cartes en l'air », je compte à vue, j'affiche la réponse, une phrase, et j'enchaîne. 45 secondes par question, pas plus : le TP attend.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phrase, celle qui est écrite. On n'ouvre pas de discussion : tout ce qui est flou se travaillera dans le TP, la feuille est faite pour 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Rythme rapide : je lis, « 3, 2, 1 — cartes en l'air », je compte à vue, j'affiche la réponse, une phrase, et j'enchaîne. 45 secondes par question, pas plus : le TP attend.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phrase, celle qui est écrite. On n'ouvre pas de discussion : tout ce qui est flou se travaillera dans le TP, la feuille est faite pour 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Rythme rapide : je lis, « 3, 2, 1 — cartes en l'air », je compte à vue, j'affiche la réponse, une phrase, et j'enchaîne. 45 secondes par question, pas plus : le TP attend.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phrase, celle qui est écrite. On n'ouvre pas de discussion : tout ce qui est flou se travaillera dans le TP, la feuille est faite pour 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Rythme rapide : je lis, « 3, 2, 1 — cartes en l'air », je compte à vue, j'affiche la réponse, une phrase, et j'enchaîne. 45 secondes par question, pas plus : le TP attend.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phrase, celle qui est écrite. On n'ouvre pas de discussion : tout ce qui est flou se travaillera dans le TP, la feuille est faite pour 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à LAISSER AFFICHÉE toute la séance : c'est le rappel permanent. Je circule, un tour complet toutes les 10 minutes, et je ne touche jamais le clavier d'un élève.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65792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53344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65792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53344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65792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53344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737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3  ·  AVANT LE TP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2860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7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questions, 8 minutes. On se remet en tête ce dont on a besoin aujourd'hui.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D726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6634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▲  lève ta carte ROUGE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0" y="466344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F6F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0" y="46634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◆  lève ta carte BLEUE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E887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4406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●  lève ta carte ORANGE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69280" y="544068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E9E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0" y="54406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■  lève ta carte VERTE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 la commande  print 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imprime sur du papier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affiche du texte à l'écran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efface le programme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calcule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 la commande  print 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affiche du texte à l'écran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veut dire AFFICHE. Et ça n'imprime rien sur du papier !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guillemets faut-il autour d'un texte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: un avant, un après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guillemets faut-il autour d'un texte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E9E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 VERT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: un avant, un après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vont par deux, comme une paire de chaussures. C'est l'erreur n°1 du jour.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Thonny, où écrit-on son programme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zone blanche, en haut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zone grise, en bas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N'importe où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bureau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Thonny, où écrit-on son programme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zone blanche, en haut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haut, dans le blanc. La zone grise du bas, c'est là que l'ordinateur RÉPOND.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lance-t-on son programme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appuyant sur Entrée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fermant la fenêtre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F5, ou le bouton vert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 lance tout seul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lance-t-on son programme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F5, ou le bouton vert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F5, c'est le « vas-y ». Et on relance après CHAQUE changement, toute la séance.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L'ordinateur lit ton programme…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désordre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haut en bas, ligne par ligne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bas en haut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commençant par le milieu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L'ordinateur lit ton programme…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haut en bas, ligne par ligne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Toujours. Si ça s'affiche dans le désordre, c'est l'ordre de vos lignes.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L'écran devient rouge. Cela veut dire…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es puni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L'ordinateur est cassé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tout effacer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t'explique ce qu'il n'a pas compris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L'écran devient rouge. Cela veut dire…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E9E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 VERT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t'explique ce qu'il n'a pas compris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ROUGE EST UNE INFORMATION. Aujourd'hui, vous en verrez — et c'est très bien.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/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= "Joyce"   puis   print(nom)      →  qu'est-ce qui s'affiche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Joyce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"Joyce"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= "Joyce"   puis   print(nom)      →  qu'est-ce qui s'affiche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Joyce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guillemets : il affiche CE QU'IL Y A DANS LA BOÎTE.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/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= "Joyce"   puis   print("nom")    →  qu'est-ce qui s'affiche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Joyce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= "Joyce"   puis   print("nom")    →  qu'est-ce qui s'affiche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guillemets : il affiche le MOT. Toute la difficulté de la journée est là.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/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quoi sert  input 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affiche un texte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efface l'écran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lance le programme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pose une question et range la réponse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quoi sert  input 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E9E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 VERT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pose une question et range la réponse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DEMANDE : il s'arrête, il attend, et il range la réponse dans la boîte.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/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Dans  print("Bonjour " + nom),  à quoi sert le  + 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colle les morceaux bout à bout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fait une addition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sépare deux lignes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sert à rien</a:t>
            </a:r>
            <a:endParaRPr lang="en-US" sz="2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Dans  print("Bonjour " + nom),  à quoi sert le  + 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colle les morceaux bout à bout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colle. Et attention à l'espace après Bonjour, sinon tout se colle.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37160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41103" y="137160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03966" y="137160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33446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41103" y="233446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03966" y="233446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29732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41103" y="329732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03966" y="329732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TRAVAIL !</a:t>
            </a:r>
            <a:endParaRPr lang="en-US" sz="5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517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c'est vous qui faites. Tout est sur la feuille.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rgbClr val="2FB76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4015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Prends ta feuille de TP et écris ton nom dessus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50208"/>
            <a:ext cx="384048" cy="384048"/>
          </a:xfrm>
          <a:prstGeom prst="ellipse">
            <a:avLst/>
          </a:prstGeom>
          <a:solidFill>
            <a:srgbClr val="2FB76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96849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 Thonny  ·  Fichier → Nouveau  ·  Enregistre sous  tp1_tonprenom.py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517136"/>
            <a:ext cx="384048" cy="384048"/>
          </a:xfrm>
          <a:prstGeom prst="ellipse">
            <a:avLst/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453542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 par la partie 0. Tu coches chaque exercice réussi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084064"/>
            <a:ext cx="384048" cy="384048"/>
          </a:xfrm>
          <a:prstGeom prst="ellipse">
            <a:avLst/>
          </a:prstGeom>
          <a:solidFill>
            <a:srgbClr val="2FB76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51023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avec F5 après chaque changement, sauvegarde avec Ctrl + 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5650992"/>
            <a:ext cx="384048" cy="384048"/>
          </a:xfrm>
          <a:prstGeom prst="ellipse">
            <a:avLst/>
          </a:prstGeom>
          <a:solidFill>
            <a:srgbClr val="2FB76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650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" y="56692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 avant les autres ? Les encadrés jaunes ⭐ sont là pour toi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flash - rappel avant le TP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2026-09-26T12:08:49Z</dcterms:created>
  <dcterms:modified xsi:type="dcterms:W3CDTF">2026-09-26T12:08:49Z</dcterms:modified>
</cp:coreProperties>
</file>