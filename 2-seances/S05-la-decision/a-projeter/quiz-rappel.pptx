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 le monde répond EN MÊME TEMPS, au signal « 3, 2, 1 ». Personne ne recopie son voisin, et on voit d'un seul regard quelle notion n'est pas passée.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lis, « 3, 2, 1 — cartes en l'air », je compte à vue. AUCUN résultat individuel du test n'est commenté : le score est pour moi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lis, « 3, 2, 1 — cartes en l'air », je compte à vue. AUCUN résultat individuel du test n'est commenté : le score est pour moi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lis, « 3, 2, 1 — cartes en l'air », je compte à vue. AUCUN résultat individuel du test n'est commenté : le score est pour moi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lis, « 3, 2, 1 — cartes en l'air », je compte à vue. AUCUN résultat individuel du test n'est commenté : le score est pour moi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lis, « 3, 2, 1 — cartes en l'air », je compte à vue. AUCUN résultat individuel du test n'est commenté : le score est pour moi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lis, « 3, 2, 1 — cartes en l'air », je compte à vue. AUCUN résultat individuel du test n'est commenté : le score est pour moi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relit le tableau ensemble, à voix haute, avant d'attaquer. Il reste affiché pendant tout le début de séance. Puis on enchaîne : « aujourd'hui, votre jeu va COMPTER, et DÉCIDER.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65792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53344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65792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53344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65792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53344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737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5  ·  TEXTE OU NOMBRE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2860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FLASH</a:t>
            </a:r>
            <a:endParaRPr lang="en-US" sz="7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49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questions, 7 minutes. Gardez le tableau de samedi en tête.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D726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6634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▲  lève ta carte ROUGE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0" y="466344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F6F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0" y="46634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◆  lève ta carte BLEUE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544068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E8871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44068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●  lève ta carte ORANGE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669280" y="544068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E9E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0" y="544068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■  lève ta carte VERTE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/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print("3" + "4")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Qu'est-ce qui s'affiche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3 4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print("3" + "4")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Qu'est-ce qui s'affiche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+ texte : les deux sont collés l'un à l'autre. Première ligne du tableau.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/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print(3 + 4)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Qu'est-ce qui s'affiche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+ 4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print(3 + 4)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Qu'est-ce qui s'affiche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E9E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 VERT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+ nombre : une addition. Pas de guillemets, donc ce sont des nombres.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/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print("3" + 4)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se passe-t-il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 : TypeError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affiche 34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affiche 7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n'affiche rien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print("3" + 4)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se passe-t-il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D7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 : TypeError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+ nombre : TypeError. Python ne sait pas s'il doit coller ou additionner, alors il refuse.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/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input("Ton age ? ")</a:t>
            </a:r>
            <a:endParaRPr lang="en-US" sz="36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+ 1)</a:t>
            </a:r>
            <a:endParaRPr lang="en-US" sz="3600" dirty="0"/>
          </a:p>
          <a:p>
            <a:pPr algn="ctr" indent="0" marL="0">
              <a:lnSpc>
                <a:spcPts val="4200"/>
              </a:lnSpc>
              <a:buNone/>
            </a:pPr>
            <a:endParaRPr lang="en-US" sz="36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joueur tape 12. Que se passe-t-il 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affiche 13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affiche 121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 : TypeError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affiche 12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input("Ton age ? ")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+ 1)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joueur tape 12. Que se passe-t-il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E887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ORANGE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 : TypeError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rend TOUJOURS du texte, même quand on tape un nombre. On est donc en texte + nombre.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/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input("Ton age ? ")</a:t>
            </a:r>
            <a:endParaRPr lang="en-US" sz="36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int(age)</a:t>
            </a:r>
            <a:endParaRPr lang="en-US" sz="36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+ 1)</a:t>
            </a:r>
            <a:endParaRPr lang="en-US" sz="3600" dirty="0"/>
          </a:p>
          <a:p>
            <a:pPr algn="ctr" indent="0" marL="0">
              <a:lnSpc>
                <a:spcPts val="4200"/>
              </a:lnSpc>
              <a:buNone/>
            </a:pPr>
            <a:endParaRPr lang="en-US" sz="36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joueur tape 12. Qu'est-ce qui s'affiche 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input("Ton age ? ")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int(age)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+ 1)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joueur tape 12. Qu'est-ce qui s'affiche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ligne int() a transformé le texte en nombre. Maintenant 12 + 1 = 13.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/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print("Total : " + str(5 + 3))</a:t>
            </a:r>
            <a:endParaRPr lang="en-US" sz="3600" dirty="0"/>
          </a:p>
          <a:p>
            <a:pPr algn="ctr" indent="0" marL="0">
              <a:lnSpc>
                <a:spcPts val="4200"/>
              </a:lnSpc>
              <a:buNone/>
            </a:pPr>
            <a:endParaRPr lang="en-US" sz="36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Qu'est-ce qui s'affiche 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53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5 + 3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8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print("Total : " + str(5 + 3))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Qu'est-ce qui s'affiche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E9E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 VERT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8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D'abord 5 + 3 font 8, parce que ce sont deux nombres. Puis str() en fait du texte, qu'on peut coller.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37160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41103" y="137160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03966" y="137160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33446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41103" y="233446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03966" y="233446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329732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41103" y="329732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03966" y="329732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143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SAMEDI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200253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texte  +  texte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0208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sont collés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20208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"3" + "4"  -&gt;  34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67004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2020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28437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texte  +  nombre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28620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2862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"3" + 4  -&gt;  rouge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511296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2020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36850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 +  texte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703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"4"  -&gt;  rouge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352544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2020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526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 +  nombre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45445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addition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4544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+ 4  -&gt;  7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la règle qui déclenche tout :  input rend TOUJOURS du texte.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flash - seance 5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2026-10-10T11:40:54Z</dcterms:created>
  <dcterms:modified xsi:type="dcterms:W3CDTF">2026-10-10T11:40:54Z</dcterms:modified>
</cp:coreProperties>
</file>