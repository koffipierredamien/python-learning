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distribue la feuille, on lit les quatre règles à voix haute, et on lance. 35 minutes. Je circule, je ne touche aucun clavier : je fais lire les messages rouges.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 à laisser affichée pendant tout le parcours. Les heures sont indicatives : elles servent à l'élève pour se situer, pas à le presser. Les paliers 7 et 8 sont de la DÉCOUVERTE : on ne corrige pas, on les laisse constater.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bascule du parcours vers la leçon. On demande d'abord : « au palier 7, qui avait prédit 2 ? » et « au palier 8, qui a vu le programme changer d'avis ? » Puis on enchaîne sur la boîte en carton.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37160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41103" y="137160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03966" y="1371600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33446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41103" y="233446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03966" y="2334463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329732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741103" y="329732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703966" y="3297326"/>
            <a:ext cx="713232" cy="713232"/>
          </a:xfrm>
          <a:prstGeom prst="roundRect">
            <a:avLst>
              <a:gd name="adj" fmla="val 2564"/>
            </a:avLst>
          </a:prstGeom>
          <a:solidFill>
            <a:srgbClr val="4FC3F7">
              <a:alpha val="18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JEREMIAH GEEKS  ·  10 OCTOBRE 2026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  LE GRAND PARCOURS</a:t>
            </a:r>
            <a:endParaRPr lang="en-US" sz="5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063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qu'on sait faire, du premier samedi à aujourd'hui.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931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paliers, dans l'ordre. Tu écris le code toi-même.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407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40740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à la fin de chaque palier, puis tu coches ta feuille.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882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88289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Bloqué plus de 2 minutes ? Carte orange, et tu passes au suivant.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3583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défis ⭐ sont au dos, pour ceux qui arrivent au bout.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DEVRAIS-TU EN ÊTRE 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tableau de bord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48256"/>
            <a:ext cx="475488" cy="47548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20025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3591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1305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2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18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4808" y="2048256"/>
            <a:ext cx="475488" cy="47548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64808" y="2048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04888" y="20025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BOÎTE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04888" y="23591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921240" y="21305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2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22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2907792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127248"/>
            <a:ext cx="475488" cy="47548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81328" y="3081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34381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297680" y="32095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2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26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263640" y="2907792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4808" y="3127248"/>
            <a:ext cx="475488" cy="475488"/>
          </a:xfrm>
          <a:prstGeom prst="ellipse">
            <a:avLst/>
          </a:prstGeom>
          <a:solidFill>
            <a:srgbClr val="6B2D8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64808" y="3127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104888" y="3081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04888" y="34381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921240" y="32095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6B2D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31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40080" y="3986784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1248" y="4206240"/>
            <a:ext cx="475488" cy="47548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1248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481328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OU NOMBRE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481328" y="45171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42885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37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263640" y="3986784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64808" y="4206240"/>
            <a:ext cx="475488" cy="475488"/>
          </a:xfrm>
          <a:prstGeom prst="ellipse">
            <a:avLst/>
          </a:prstGeom>
          <a:solidFill>
            <a:srgbClr val="A65D0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64808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7104888" y="4160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L'ÂGE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104888" y="45171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921240" y="42885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A65D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43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640080" y="5065776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" y="5285232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41248" y="5285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1481328" y="5239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COMPTEUR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481328" y="55961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297680" y="53675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C5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47</a:t>
            </a:r>
            <a:endParaRPr lang="en-US" sz="1700" dirty="0"/>
          </a:p>
        </p:txBody>
      </p:sp>
      <p:sp>
        <p:nvSpPr>
          <p:cNvPr id="46" name="Shape 44"/>
          <p:cNvSpPr/>
          <p:nvPr/>
        </p:nvSpPr>
        <p:spPr>
          <a:xfrm>
            <a:off x="6263640" y="5065776"/>
            <a:ext cx="525780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64808" y="5285232"/>
            <a:ext cx="475488" cy="475488"/>
          </a:xfrm>
          <a:prstGeom prst="ellipse">
            <a:avLst/>
          </a:prstGeom>
          <a:solidFill>
            <a:srgbClr val="0C5C29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464808" y="5285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9" name="Text 47"/>
          <p:cNvSpPr txBox="1"/>
          <p:nvPr/>
        </p:nvSpPr>
        <p:spPr>
          <a:xfrm>
            <a:off x="7104888" y="5239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DÉCISION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7104888" y="55961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9921240" y="53675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C5C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h 50</a:t>
            </a:r>
            <a:endParaRPr lang="en-US" sz="170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6B2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es en retard sur l'horloge ? Ce n'est pas grave : avance, et saute ce qui bloque.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17913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83266" y="1097280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17913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583266" y="1862633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052560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817913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583266" y="2627986"/>
            <a:ext cx="566928" cy="566928"/>
          </a:xfrm>
          <a:prstGeom prst="roundRect">
            <a:avLst>
              <a:gd name="adj" fmla="val 3226"/>
            </a:avLst>
          </a:prstGeom>
          <a:solidFill>
            <a:srgbClr val="FFB74D">
              <a:alpha val="1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463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FB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✋  ON S'ARRÊTE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10312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derniers paliers,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venez de les découvrir seuls.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319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palier 7, c'est le COMPTEUR.   ·   Le palier 8, c'est la DÉCISION.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66344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Maintenant, on va comprendre POURQUOI ça marche.</a:t>
            </a:r>
            <a:endParaRPr lang="en-US" sz="20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2000" i="1" dirty="0">
                <a:solidFill>
                  <a:srgbClr val="A8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Claviers lâchés, écrans face à moi.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Grand Parcours - tableau de bord</dc:title>
  <dc:subject>PptxGenJS Presentation</dc:subject>
  <dc:creator>Jerusalem Geeks &amp; Jeremiah Geeks</dc:creator>
  <cp:lastModifiedBy>Jerusalem Geeks &amp; Jeremiah Geeks</cp:lastModifiedBy>
  <cp:revision>1</cp:revision>
  <dcterms:created xsi:type="dcterms:W3CDTF">2026-10-10T11:56:27Z</dcterms:created>
  <dcterms:modified xsi:type="dcterms:W3CDTF">2026-10-10T11:56:27Z</dcterms:modified>
</cp:coreProperties>
</file>