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affichée pendant que les élèves entrent.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phrases, on ne détaille rien ici.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une question, « 3, 2, 1 — cartes en l'air », je compte à vue, j'explique en une phrase. Aucun résultat individuel n'est commenté.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question à la fois. On laisse 15 secondes, puis cartes en l'air.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ne s'attarde pas : 7 minutes au total pour le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montre le problème en vrai, sur l'écran, avant toute explication.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Faites-leur dire les quatre résultats AVANT de lancer. Exemple de la vraie vie : pour entrer au camp il faut son cahier ET son stylo.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minutes suffisent. Le or servira surtout à la séance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 Vous venez d'écrire MOINS de code, et votre jeu fait PLUS de choses. C'est ça, programmer.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circule, je ne m'assois pas, je ne touche aucun clavier.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Pendant la pause : vérifier que GEEKS/mon_xo/jeu.py est ouvert sur chaque poste.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à laisser affichée pendant tout l'atelier.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laisse la diapo affichée pendant la sortie.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466783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429646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03920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466783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29646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466783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429646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1371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JERUSALEM GEEKS  ·  JEREMIAH GEEKS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1920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</a:t>
            </a:r>
            <a:pPr indent="0" marL="0">
              <a:buNone/>
            </a:pPr>
            <a:r>
              <a:rPr lang="en-US" sz="6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buNone/>
            </a:pPr>
            <a:r>
              <a:rPr lang="en-US" sz="64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6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1546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9  —  « Une seule question au lieu de trois »</a:t>
            </a:r>
            <a:endParaRPr lang="en-US" sz="27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 7 novembre 2026   ·   12 h - 14 h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7548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on n'ajoute rien : on enlève.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15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PROGRAMME D'AUJOURD'HUI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va rétrécir.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228600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2514600"/>
            <a:ext cx="566928" cy="566928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246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7490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faut TOUT. Mon cahier ET mon stylo.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29000" y="228600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0" y="2514600"/>
            <a:ext cx="566928" cy="56692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5760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3246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7490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suffit d'UN. Fini l'exercice OU aidé un voisin.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228600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2514600"/>
            <a:ext cx="566928" cy="566928"/>
          </a:xfrm>
          <a:prstGeom prst="ellipse">
            <a:avLst/>
          </a:prstGeom>
          <a:solidFill>
            <a:srgbClr val="13678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3246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6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fusionne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37490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lignes et 2 niveaux deviennent 4 lignes et 1 niveau.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006840" y="228600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EAF7E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235440" y="2514600"/>
            <a:ext cx="566928" cy="56692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23544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9235440" y="3246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235440" y="37490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jeu, plus court — et le bug du zéro est mort.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le succès se mesure en lignes SUPPRIMÉES.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15 - 12 h 22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1005840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93224" y="1005840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33888" y="1005840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1746504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93224" y="1746504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33888" y="1746504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2487168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793224" y="2487168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33888" y="2487168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645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5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65176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FLASH</a:t>
            </a:r>
            <a:endParaRPr lang="en-US" sz="5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6576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questions, 7 minutes. Les cartes de couleur, comme d'habitude.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16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SIX QUESTIONS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lire une par une.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196596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2075688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21214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case 1 est à quel indice 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2679192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2788920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2834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plateau[9] sur une liste de 9 cases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392424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3502152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353312" y="35478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savoir qu'une case est libre ?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4105656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" y="4215384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467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353312" y="42611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plateau[case - 1] = "X" avec case = 3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0080" y="4818888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4672" y="4928616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4672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353312" y="497433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d'espaces pour le if dans le if ?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0080" y="553212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4672" y="5641848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04672" y="5641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353312" y="56875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je tape 0, que fait le jeu de la séance 7 ?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réponses sur la diapo suivante — ne la montrez qu'après.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RÉPONSES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phrase d'explication, pas plus.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196596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2075688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21214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2679192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2788920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2834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IndexError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392424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3502152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353312" y="35478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contient encore son numéro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4105656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" y="4215384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467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353312" y="42611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X va dans la 3e case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0080" y="4818888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4672" y="4928616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4672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353312" y="497433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0080" y="553212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4672" y="5641848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04672" y="5641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353312" y="56875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pose dans la case 9 — le bug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3503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0038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3503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0038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86968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3503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40038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DU JOUR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011680"/>
            <a:ext cx="9509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aviez trouvé ce bug.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on le répare —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le code va rétrécir.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48056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Tapez 0 dans le jeu de la séance 7 : le symbole se pose dans la case 9.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PREMIER MOT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 —  il faut TOUT.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40080" y="2103120"/>
            <a:ext cx="10881360" cy="2194560"/>
          </a:xfrm>
          <a:prstGeom prst="roundRect">
            <a:avLst>
              <a:gd name="adj" fmla="val 3333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33172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print(True  and True)     -&gt;  True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print(True  and False)    -&gt;  False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print(False and True)     -&gt;  False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print(False and False)    -&gt;  False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6D8"/>
          </a:solidFill>
          <a:ln w="19050">
            <a:solidFill>
              <a:srgbClr val="D79A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8920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&gt;= 12 and age &lt;= 18   →   « entre 12 et 18 », en une seule ligne.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34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DEUXIÈME MOT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 —  il suffit d'UN.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40080" y="21031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3317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print(True  or False)   -&gt;  True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print(False or False)   -&gt;  False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937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4937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Pour avoir un goûter : avoir fini son exercice OU avoir aidé un voisin. »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5046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550468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tableau reste au tableau toute la séance.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6D8"/>
          </a:solidFill>
          <a:ln w="19050">
            <a:solidFill>
              <a:srgbClr val="D79A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41605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→ il faut TOUT   ·   or → il suffit d'UN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05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MOMENT DE LA SÉANCE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fusionne.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40080" y="1920240"/>
            <a:ext cx="10881360" cy="3017520"/>
          </a:xfrm>
          <a:prstGeom prst="roundRect">
            <a:avLst>
              <a:gd name="adj" fmla="val 2424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148840"/>
            <a:ext cx="10241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AVANT (séance 7)              APRES (aujourd'hui)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case &gt; 9:                  if case &gt;= 1 and case &lt;= 9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refus                        and plateau[case-1] == str(case):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                             pose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libre:                 else: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pose                      refus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refus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lignes, 2 niveaux           4 lignes, 1 niveau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2020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4406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Testez devant eux : 3 → pose · 5 → refus · 12 → refus · 0 → REFUS. Le bug est mort.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40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videur du club.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2286000"/>
            <a:ext cx="475488" cy="47548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235915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l'âge, puis le nombre de séances suivies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3035808"/>
            <a:ext cx="475488" cy="47548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035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108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acceptée si l'âge est entre 12 et 18 ET au moins 3 séances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3785616"/>
            <a:ext cx="475488" cy="47548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785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8587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Sinon, refus — avec un message clair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fichier : videur_club.py  ·  15 minutes  ·  carte bleue : ajoute un cas avec or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55 - 13 h 05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971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86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minutes. Levez-vous, sortez, bougez.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20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 — LE PROJET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jeu, en deux fois moins de lignes.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2011680"/>
            <a:ext cx="10881360" cy="2011680"/>
          </a:xfrm>
          <a:prstGeom prst="roundRect">
            <a:avLst>
              <a:gd name="adj" fmla="val 3636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24028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case &gt;= 1 and case &lt;= 9 and plateau[case - 1] == str(case):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plateau[case - 1] = "X"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print(joueur1 + " pose un X sur la case " + str(case) + ".")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print("Coup impossible : la case n'existe pas, ou elle est deja prise.")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251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compléter la condition unique (deux  and )   ② recopier le bloc pour le joueur 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65429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les cinq lignes d'affichage à la fin   ④ TESTER LE ZÉRO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tests obligatoires : 5, puis 5, puis 12, puis 0.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20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L'ÉCRAN DEVIENT ROUGE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erreurs du jour.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rouge est une information. Lis-le, il te dit où chercher.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224028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23682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5196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oublié entre deux conditions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3682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Relis ta ligne à voix haute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2898648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30266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NameError: AND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51960" y="3035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ou ET au lieu de and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0266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 minuscules, et en anglais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557016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14400" y="3685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tout est refusé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251960" y="36941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et &lt;= inversés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36850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Tu demandes une case plus petite que 1 ?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215384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1440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0 repasse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251960" y="43525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&gt;= 1 oublié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4343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Trois questions, pas deux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81791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8326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1791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8326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81791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8326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554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SAMEDI PROCHAIN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194560"/>
            <a:ext cx="9509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grand jour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deux mois.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11480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jouer neuf tours, il faudrait recopier neuf fois ce bloc.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Samedi, on apprend le mot qui dit RECOMMENCE.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303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À samedi, les Geeks !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Seance 9 - Une seule question au lieu de trois</dc:title>
  <dc:subject>PptxGenJS Presentation</dc:subject>
  <dc:creator>Jerusalem Geeks &amp; Jeremiah Geeks</dc:creator>
  <cp:lastModifiedBy>Jerusalem Geeks &amp; Jeremiah Geeks</cp:lastModifiedBy>
  <cp:revision>1</cp:revision>
  <dcterms:created xsi:type="dcterms:W3CDTF">2026-10-16T20:42:26Z</dcterms:created>
  <dcterms:modified xsi:type="dcterms:W3CDTF">2026-10-16T20:42:26Z</dcterms:modified>
</cp:coreProperties>
</file>