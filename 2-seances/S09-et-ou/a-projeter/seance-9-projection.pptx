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montre le problème en vrai, sur l'écran, avant toute explication.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Faites-leur dire les quatre résultats AVANT de lancer. Exemple de la vraie vie : pour entrer au camp il faut son cahier ET son stylo.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minutes suffisent. Le or servira surtout à la séance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Vous venez d'écrire MOINS de code, et votre jeu fait PLUS de choses. C'est ça, programmer.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9  —  « Une seule question au lieu de trois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7 novembre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n'ajoute rien : on enlève.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va rétrécir.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TOUT. Mon cahier ET mon stylo.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suffit d'UN. Fini l'exercice OU aidé un voisin.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fusionne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lignes et 2 niveaux deviennent 4 lignes et 1 niveau.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jeu, plus court — et le bug du zéro est mort.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le succès se mesure en lignes SUPPRIMÉES.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1 est à quel indice 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plateau[9] sur une liste de 9 cases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savoir qu'une case est libre ?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plateau[case - 1] = "X" avec case = 3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d'espaces devant le 2e if, puis devant son print ?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je tape 0, que DIT le jeu de la séance 7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IndexError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contient encore son numéro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X va dans la 3e case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 puis 8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la case 0 est déjà prise » — et c'est faux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La case 0 est déjà prise. »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FAUX.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le répare pour de bon.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Tapez 0 dans le jeu de la séance 7. Personne n'a jamais joué la case 0 — elle n'existe même pas. Le jeu refuse par accident, et il ment.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MOT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 —  il faut TOUT.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 and True)     -&gt;  True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 and False)    -&gt;  False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and True)     -&gt;  False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and False)    -&gt;  False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&gt;= 12 and age &lt;= 18   →   « entre 12 et 18 », en une seule ligne.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DEUXIÈME MOT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 —  il suffit d'UN.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 or False)   -&gt;  True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or False)   -&gt;  False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Pour avoir un goûter : avoir fini son exercice OU avoir aidé un voisin. »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046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504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tableau reste au tableau toute la séance.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605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→ il faut TOUT   ·   or → il suffit d'UN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DE LA SÉANCE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fusionne.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1920240"/>
            <a:ext cx="10881360" cy="3017520"/>
          </a:xfrm>
          <a:prstGeom prst="roundRect">
            <a:avLst>
              <a:gd name="adj" fmla="val 2424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148840"/>
            <a:ext cx="10241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AVANT (séance 7)              APRES (aujourd'hui)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 9:                  if case &gt;= 1 and case &lt;= 9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refus                        and plateau[case-1] == str(case):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                             pose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libre:                 else: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                      refus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refus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lignes, 2 niveaux           4 lignes, 1 niveau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440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Testez devant eux : 3 → pose · 5 → refus · 12 → refus · 0 → REFUS. Le bug est mort.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videur du club.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l'âge, puis le nombre de séances suivies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 acceptée si l'âge est entre 12 et 18 ET au moins 3 séances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Sinon, refus — avec un message clair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videur_club.py  ·  15 minutes  ·  carte bleue : ajoute un cas avec or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55 - 13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décision, en deux fois moins de lignes.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&gt;= 1 and case &lt;= 9 and plateau[case - 1] == str(case):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plateau[case - 1] = "X"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print(joueur1 + " pose un X sur la case " + str(case) + ".")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print("Coup impossible : la case n'existe pas, ou elle est deja prise.")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251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compléter la condition unique (deux  and )   ② recopier le bloc pour le joueur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65429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les cinq lignes d'affichage à la fin   ④ TESTER LE ZÉRO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tests obligatoires : 5, puis 5, puis 12, puis 0.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oublié entre deux conditions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ta ligne à voix haute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NameError: AND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 ET au lieu de and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 minuscules, et en anglais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tout est refusé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et &lt;= inversés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Tu demandes une case plus petite que 1 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0 repasse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&gt;= 1 oublié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Trois questions, pas deux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jour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deux mois.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jouer neuf tours, il faudrait recopier neuf fois ce bloc.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Samedi, on apprend le mot qui dit RECOMMENCE.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9 - Une seule question au lieu de trois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2026-10-17T12:22:30Z</dcterms:created>
  <dcterms:modified xsi:type="dcterms:W3CDTF">2026-10-17T12:22:30Z</dcterms:modified>
</cp:coreProperties>
</file>