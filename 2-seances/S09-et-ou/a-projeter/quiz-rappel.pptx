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Affichée pendant que les élèves s'installent. On rappelle la règle : tout le monde lève sa carte EN MÊME TEMPS, au signal. Personne ne parle. C'est ce qui permet de voir d'un coup d'œil qui a compris, sans interroger personne.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LA question de la séance. Si personne ne trouve, ce n'est pas grave : faites la démonstration à l'écran tout de suite après.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enchaîne tout de suite sur la leçon. Le quiz ne se commente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78240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765792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753344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778240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765792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753344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778240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765792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753344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9  ·  RETOUR DU TP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1965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FLASH</a:t>
            </a:r>
            <a:endParaRPr lang="en-US" sz="6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200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questions, 7 minutes.  L'indice, la case libre, et le bug qu'on traîne depuis deux semaines.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1148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09651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1148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ROUGE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59028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45720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5902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BLEUE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06577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50474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50657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ORANGE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54126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552297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417320" y="55412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VERTE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case 1 du plateau est à quel indice ?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40080" y="1965960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1965960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1965960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3012948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3012948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012948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4059936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059936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059936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5106924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106924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106924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case 1 du plateau est à quel indice 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1508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16367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574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9098280" y="1664208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98280" y="166420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10881360" cy="3154680"/>
          </a:xfrm>
          <a:prstGeom prst="roundRect">
            <a:avLst>
              <a:gd name="adj" fmla="val 2319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3081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465576"/>
            <a:ext cx="10149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= case − 1. La case 1 est donc au rang 0 : le tout premier.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105156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20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2801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plateau[9] = "X"      ← la liste a 9 cases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671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passe-t-il 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2852928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2852928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2852928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pose le X sur la case 9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678174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678174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678174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n'affiche rien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503420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503420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503420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 : IndexError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5328666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328666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328666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affiche 9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F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111556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plateau[9] = "X"      ← la liste a 9 cases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6184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passe-t-il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16712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74D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22951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ORANGE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7157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 : IndexError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9098280" y="2322576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23225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557016"/>
            <a:ext cx="10881360" cy="2496312"/>
          </a:xfrm>
          <a:prstGeom prst="roundRect">
            <a:avLst>
              <a:gd name="adj" fmla="val 2930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37398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123944"/>
            <a:ext cx="1014984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 cases, ce sont les rangs 0 à 8. Le rang 9 n'existe pas — et la case 9 est au rang 8.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programme sait-il qu'une case est libre ?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40080" y="1965960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1965960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1965960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contient encore son numéro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3012948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3012948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012948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vide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4059936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059936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059936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contient un espace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5106924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106924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106924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peut pas le savoir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programme sait-il qu'une case est libre 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1508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16367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574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contient encore son numéro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9098280" y="1664208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98280" y="166420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10881360" cy="3154680"/>
          </a:xfrm>
          <a:prstGeom prst="roundRect">
            <a:avLst>
              <a:gd name="adj" fmla="val 2319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3081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465576"/>
            <a:ext cx="10149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ne voit pas le plateau : il le déduit. Une case libre n'a jamais été remplacée, donc elle contient encore son numéro.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105156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20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2801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plateau[case - 1] = "X"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671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case = 3, où se pose le X 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2852928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2852928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2852928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case 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678174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678174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678174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case 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503420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503420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503420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Nulle part : erreur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5328666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328666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328666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case 3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F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111556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plateau[case - 1] = "X"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6184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case = 3, où se pose le X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16712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FB765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22951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 VERTE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7157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case 3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9098280" y="2322576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23225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557016"/>
            <a:ext cx="10881360" cy="2496312"/>
          </a:xfrm>
          <a:prstGeom prst="roundRect">
            <a:avLst>
              <a:gd name="adj" fmla="val 2930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37398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123944"/>
            <a:ext cx="1014984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− 1 vaut 2, et le rang 2 est bien la TROISIÈME case. Le − 1 remet les choses à leur place.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1051560"/>
            <a:ext cx="10881360" cy="2377440"/>
          </a:xfrm>
          <a:prstGeom prst="roundRect">
            <a:avLst>
              <a:gd name="adj" fmla="val 3077"/>
            </a:avLst>
          </a:prstGeom>
          <a:solidFill>
            <a:srgbClr val="20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28016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case &gt; 9:</a:t>
            </a:r>
            <a:endParaRPr lang="en-US" sz="1700" dirty="0"/>
          </a:p>
          <a:p>
            <a:pPr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700" dirty="0"/>
          </a:p>
          <a:p>
            <a:pPr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700" dirty="0"/>
          </a:p>
          <a:p>
            <a:pPr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plateau[case - 1] == str(case):</a:t>
            </a:r>
            <a:endParaRPr lang="en-US" sz="1700" dirty="0"/>
          </a:p>
          <a:p>
            <a:pPr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03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d'espaces devant le deuxième if, puis devant ce qu'il contient 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389120"/>
            <a:ext cx="10881360" cy="276606"/>
          </a:xfrm>
          <a:prstGeom prst="roundRect">
            <a:avLst>
              <a:gd name="adj" fmla="val 26446"/>
            </a:avLst>
          </a:prstGeom>
          <a:solidFill>
            <a:srgbClr val="1B1B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389120"/>
            <a:ext cx="45720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389120"/>
            <a:ext cx="969264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puis 8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4830318"/>
            <a:ext cx="10881360" cy="276606"/>
          </a:xfrm>
          <a:prstGeom prst="roundRect">
            <a:avLst>
              <a:gd name="adj" fmla="val 26446"/>
            </a:avLst>
          </a:prstGeom>
          <a:solidFill>
            <a:srgbClr val="1B1B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830318"/>
            <a:ext cx="45720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830318"/>
            <a:ext cx="969264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 puis 12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5271516"/>
            <a:ext cx="10881360" cy="276606"/>
          </a:xfrm>
          <a:prstGeom prst="roundRect">
            <a:avLst>
              <a:gd name="adj" fmla="val 26446"/>
            </a:avLst>
          </a:prstGeom>
          <a:solidFill>
            <a:srgbClr val="1B1B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271516"/>
            <a:ext cx="45720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5271516"/>
            <a:ext cx="969264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puis 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5712714"/>
            <a:ext cx="10881360" cy="276606"/>
          </a:xfrm>
          <a:prstGeom prst="roundRect">
            <a:avLst>
              <a:gd name="adj" fmla="val 26446"/>
            </a:avLst>
          </a:prstGeom>
          <a:solidFill>
            <a:srgbClr val="1B1B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712714"/>
            <a:ext cx="45720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712714"/>
            <a:ext cx="969264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puis 4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EF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1115568"/>
            <a:ext cx="102412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case &gt; 9: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plateau[case - 1] == str(case):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5328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d'espaces devant le deuxième if, puis devant ce qu'il contient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08152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32095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6301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puis 8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9098280" y="3236976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32369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471416"/>
            <a:ext cx="10881360" cy="1581912"/>
          </a:xfrm>
          <a:prstGeom prst="roundRect">
            <a:avLst>
              <a:gd name="adj" fmla="val 4624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46542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038344"/>
            <a:ext cx="10149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deuxième if est DANS le else : 4 espaces. Ce qu'il contient est encore dedans : 8. Le décalage dit qui est dans qui.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jeu de samedi dernier, je tape 0. Que répond-il ?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40080" y="1965960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1965960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1965960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pose le symbole dans la case 9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3012948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3012948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012948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plante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4059936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059936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059936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La case 0 est déjà prise » — et c'est faux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5106924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106924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106924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Cette case n'existe pas »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jeu de samedi dernier, je tape 0. Que répond-il 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1508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74D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16367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ORANGE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574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La case 0 est déjà prise » — et c'est faux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9098280" y="1664208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98280" y="166420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10881360" cy="3154680"/>
          </a:xfrm>
          <a:prstGeom prst="roundRect">
            <a:avLst>
              <a:gd name="adj" fmla="val 2319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3081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465576"/>
            <a:ext cx="10149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n'a jamais joué la case 0 : elle n'existe même pas. Le jeu refuse par accident, et il ment. Aujourd'hui, on répare pour de bon.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1791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8326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1791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8326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81791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8326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MAINTENANT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18288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bug du zéro est toujours là.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derrière un message faux.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490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on le tue — et le code va RÉTRÉCIR en même temps.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0080" y="5358384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2020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0120" y="554126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 -&gt;  il faut TOUT          or  -&gt;  il suffit d'UN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flash — séance 9</dc:title>
  <dc:subject>PptxGenJS Presentation</dc:subject>
  <dc:creator>Jerusalem Geeks &amp; Jeremiah Geeks</dc:creator>
  <cp:lastModifiedBy>Jerusalem Geeks &amp; Jeremiah Geeks</cp:lastModifiedBy>
  <cp:revision>1</cp:revision>
  <dcterms:created xsi:type="dcterms:W3CDTF">2026-10-17T12:22:30Z</dcterms:created>
  <dcterms:modified xsi:type="dcterms:W3CDTF">2026-10-17T12:22:30Z</dcterms:modified>
</cp:coreProperties>
</file>