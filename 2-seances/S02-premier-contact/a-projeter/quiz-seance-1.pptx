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le monde répond EN MÊME TEMPS, au signal « 3, 2, 1 ». Personne ne recopie son voisin, et on voit d'un seul regard quelle notion n'est pas passée.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lis la question et les 4 réponses à voix haute. Puis : « 3, 2, 1 — cartes en l'air ! » Tout le monde lève en même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dis cette phrase d'explication à voix haute. C'est ce qui transforme le jeu en enseignement. Puis je passe à la question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est 12 h 40. On enchaîne tout de suite sur la méthode de travail, puis la pause : à 13 h, les machines.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65792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53344" y="1463040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65792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53344" y="2450592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65792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53344" y="3438144"/>
            <a:ext cx="731520" cy="731520"/>
          </a:xfrm>
          <a:prstGeom prst="roundRect">
            <a:avLst>
              <a:gd name="adj" fmla="val 2500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 ·  SÉANCE 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2860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QUIZ</a:t>
            </a:r>
            <a:endParaRPr lang="en-US" sz="7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vu samedi dernier. 15 questions, et ce n'est pas une note.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D726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6634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▲  lève ta carte ROUGE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0" y="466344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F6FD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0" y="46634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◆  lève ta carte BLEUE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E8871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4406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●  lève ta carte ORANGE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0" y="544068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E9E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669280" y="544068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■  lève ta carte VERTE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domaine n'y a-t-il PAS de code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santé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L'agriculture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musique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: il y a du code partout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domaine n'y a-t-il PAS de code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E9E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 VERT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: il y a du code partout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Aucun. C'est pour ça que ça vous servira dans le métier que vous choisirez, quel qu'il soit.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fond, l'ordinateur ne comprend que…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français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L'anglais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0 et des 1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images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fond, l'ordinateur ne comprend que…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E8871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 ORANGE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0 et des 1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Souvenez-vous des huit élèves debout et assis. Debout = 1, assis = 0. Rien d'autre.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huit élèves debout et assis, ils formaient quoi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 de passe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lettre A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numéro de téléphone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du tout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huit élèves debout et assis, ils formaient quoi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lettre A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01000001 : c'est la lettre A pour une machine. Huit cases, huit élèves.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Python et la machine, qui fait la traduction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L'interprète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clavier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Python et la machine, qui fait la traduction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L'interprète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J'écris des mots dans Thonny, l'interprète les traduit en 0 et en 1, et la machine obéit.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s'appelle le logiciel dans lequel on écrit notre code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Thonny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s'appelle le logiciel dans lequel on écrit notre code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Thonny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est la LANGUE. Thonny est la FEUILLE, avec le bouton vas-y.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créé le langage Python 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Zuckerberg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van Rossum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 Musk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Gitanjali Rao</a:t>
            </a:r>
            <a:endParaRPr lang="en-US" sz="2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créé le langage Python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van Rossum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voulait un langage simple et lisible. C'est pour ça qu'on l'a choisi pour vous.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L'ordinateur est surtout…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Obéissant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Paresseux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Magique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L'ordinateur est surtout…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Obéissant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fait exactement ce qui est écrit. S'il fait une bêtise, ce n'est pas lui qui s'est trompé.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algorithme, c'est…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ordinateur très rapide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suite d'ordres précis, dans le bon ordre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langage de programmation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robot</a:t>
            </a:r>
            <a:endParaRPr lang="en-US" sz="2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algorithme, c'est…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suite d'ordres précis, dans le bon ordre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exactement ce que vous avez fait avec le robot humain.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robot humain de samedi dernier comprenait combien d'ordres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ordres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9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robot humain de samedi dernier comprenait combien d'ordres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: avance, tourne à gauche, tourne à droite. Et il s'est cogné — parce qu'il obéit à la lettre.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recette de cuisine, c'est…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algorithme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langage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Python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à voir avec le code</a:t>
            </a:r>
            <a:endParaRPr lang="en-US" sz="2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recette de cuisine, c'est…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algorithme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étapes précises, dans le bon ordre. Un itinéraire aussi. Et les règles du morpion, qu'on va écrire.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écrit la première version de Facebook dans sa chambre d'étudiant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Zuckerberg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 Musk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Guido van Rossum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 D'Aloisio</a:t>
            </a:r>
            <a:endParaRPr lang="en-US" sz="2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a écrit la première version de Facebook dans sa chambre d'étudiant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Zuckerberg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19 ans. Mais il avait commencé bien plus tôt, avec des programmes minuscules.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âge Elon Musk a-t-il vendu son premier jeu vidéo 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ans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ans</a:t>
            </a:r>
            <a:endParaRPr lang="en-US" sz="2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âge Elon Musk a-t-il vendu son premier jeu vidéo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Douze ans. Presque votre âge. Le jeu s'appelait Blastar, et un magazine l'a acheté.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11 ans, Gitanjali Rao a inventé un appareil qui…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le poison dans l'eau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répare les téléphones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traduit les langues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dessine des cartes</a:t>
            </a:r>
            <a:endParaRPr lang="en-US" sz="2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11 ans, Gitanjali Rao a inventé un appareil qui…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le poison dans l'eau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avait entendu parler d'une ville où l'eau du robinet était empoisonnée. Coder, ce n'est pas faire des jeux : c'est résoudre.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 Doe, en Sierra Leone, a construit sa radio avec…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pièces neuves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déchets ramassés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kit acheté en magasin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l'aide d'une grande entreprise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Kelvin Doe, en Sierra Leone, a construit sa radio avec…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1F6FD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BLEU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déchets ramassés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Chez lui, il n'y avait pas d'électricité tous les jours. Il a fabriqué avec ce qu'il avait sous la main.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06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/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11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11064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Charlette N'Guessan, ivoirienne, a créé un logiciel qui…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D726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 le visage d'une personne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172200" y="306324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F6FD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répare les voitures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traduit les langues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172200" y="4754880"/>
            <a:ext cx="5440680" cy="1463040"/>
          </a:xfrm>
          <a:prstGeom prst="roundRect">
            <a:avLst>
              <a:gd name="adj" fmla="val 5000"/>
            </a:avLst>
          </a:prstGeom>
          <a:solidFill>
            <a:srgbClr val="1E9E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fabrique des médicaments</a:t>
            </a:r>
            <a:endParaRPr lang="en-US" sz="2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B7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15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Charlette N'Guessan, ivoirienne, a créé un logiciel qui…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1691640"/>
          </a:xfrm>
          <a:prstGeom prst="roundRect">
            <a:avLst>
              <a:gd name="adj" fmla="val 5405"/>
            </a:avLst>
          </a:prstGeom>
          <a:solidFill>
            <a:srgbClr val="D72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 ROUGE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 le visage d'une personne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237744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463040" y="4114800"/>
            <a:ext cx="9235440" cy="1737360"/>
          </a:xfrm>
          <a:prstGeom prst="roundRect">
            <a:avLst>
              <a:gd name="adj" fmla="val 4211"/>
            </a:avLst>
          </a:prstGeom>
          <a:solidFill>
            <a:srgbClr val="2020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2880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475488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 la fraude aux identités dans les banques africaines. Et elle l'a fait depuis l'Afrique.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6459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41103" y="16459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03966" y="164592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6087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41103" y="26087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03966" y="260878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5716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41103" y="35716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03966" y="357164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FFB74D">
              <a:alpha val="20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1945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FINI !</a:t>
            </a:r>
            <a:endParaRPr lang="en-US" sz="6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ceux qui n'ont pas tout trouvé :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appris exactement les mêmes choses.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37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podium, c'est pour rire.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- Seance 1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2026-09-18T16:26:58Z</dcterms:created>
  <dcterms:modified xsi:type="dcterms:W3CDTF">2026-09-18T16:26:58Z</dcterms:modified>
</cp:coreProperties>
</file>